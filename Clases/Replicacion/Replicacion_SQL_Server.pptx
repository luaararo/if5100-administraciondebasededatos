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6" Type="http://schemas.microsoft.com/office/2020/02/relationships/classificationlabels" Target="docMetadata/LabelInfo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4"/>
  </p:sldMasterIdLst>
  <p:notesMasterIdLst>
    <p:notesMasterId r:id="rId34"/>
  </p:notesMasterIdLst>
  <p:handoutMasterIdLst>
    <p:handoutMasterId r:id="rId35"/>
  </p:handoutMasterIdLst>
  <p:sldIdLst>
    <p:sldId id="256" r:id="rId5"/>
    <p:sldId id="361" r:id="rId6"/>
    <p:sldId id="364" r:id="rId7"/>
    <p:sldId id="355" r:id="rId8"/>
    <p:sldId id="304" r:id="rId9"/>
    <p:sldId id="328" r:id="rId10"/>
    <p:sldId id="365" r:id="rId11"/>
    <p:sldId id="366" r:id="rId12"/>
    <p:sldId id="367" r:id="rId13"/>
    <p:sldId id="368" r:id="rId14"/>
    <p:sldId id="370" r:id="rId15"/>
    <p:sldId id="371" r:id="rId16"/>
    <p:sldId id="375" r:id="rId17"/>
    <p:sldId id="376" r:id="rId18"/>
    <p:sldId id="377" r:id="rId19"/>
    <p:sldId id="390" r:id="rId20"/>
    <p:sldId id="378" r:id="rId21"/>
    <p:sldId id="391" r:id="rId22"/>
    <p:sldId id="353" r:id="rId23"/>
    <p:sldId id="296" r:id="rId24"/>
    <p:sldId id="380" r:id="rId25"/>
    <p:sldId id="381" r:id="rId26"/>
    <p:sldId id="382" r:id="rId27"/>
    <p:sldId id="383" r:id="rId28"/>
    <p:sldId id="384" r:id="rId29"/>
    <p:sldId id="392" r:id="rId30"/>
    <p:sldId id="386" r:id="rId31"/>
    <p:sldId id="388" r:id="rId32"/>
    <p:sldId id="389" r:id="rId33"/>
  </p:sldIdLst>
  <p:sldSz cx="12192000" cy="6858000"/>
  <p:notesSz cx="6858000" cy="9144000"/>
  <p:defaultTextStyle>
    <a:defPPr rtl="0">
      <a:defRPr lang="es-ES"/>
    </a:defPPr>
    <a:lvl1pPr marL="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5" name="Author" initials="A" lastIdx="0" clrIdx="4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8593A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953DCF2-0467-4F49-92CA-9635411CD6BB}" v="41" dt="2026-04-14T16:37:18.169"/>
  </p1510:revLst>
</p1510:revInfo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Estilo claro 2 - Acento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72833802-FEF1-4C79-8D5D-14CF1EAF98D9}" styleName="Estilo claro 2 - Acent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2"/>
            </a:lnRef>
          </a:top>
          <a:bottom>
            <a:lnRef idx="1">
              <a:schemeClr val="accent2"/>
            </a:lnRef>
          </a:bottom>
        </a:tcBdr>
      </a:tcStyle>
    </a:band1H>
    <a:band1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1V>
    <a:band2V>
      <a:tcStyle>
        <a:tcBdr>
          <a:left>
            <a:lnRef idx="1">
              <a:schemeClr val="accent2"/>
            </a:lnRef>
          </a:left>
          <a:right>
            <a:lnRef idx="1">
              <a:schemeClr val="accent2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2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2"/>
        </a:fillRef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3162" autoAdjust="0"/>
    <p:restoredTop sz="79661" autoAdjust="0"/>
  </p:normalViewPr>
  <p:slideViewPr>
    <p:cSldViewPr snapToGrid="0">
      <p:cViewPr varScale="1">
        <p:scale>
          <a:sx n="88" d="100"/>
          <a:sy n="88" d="100"/>
        </p:scale>
        <p:origin x="1578" y="102"/>
      </p:cViewPr>
      <p:guideLst/>
    </p:cSldViewPr>
  </p:slideViewPr>
  <p:outlineViewPr>
    <p:cViewPr>
      <p:scale>
        <a:sx n="33" d="100"/>
        <a:sy n="33" d="100"/>
      </p:scale>
      <p:origin x="0" y="-5760"/>
    </p:cViewPr>
  </p:outlineViewPr>
  <p:notesTextViewPr>
    <p:cViewPr>
      <p:scale>
        <a:sx n="1" d="1"/>
        <a:sy n="1" d="1"/>
      </p:scale>
      <p:origin x="0" y="0"/>
    </p:cViewPr>
  </p:notesTextViewPr>
  <p:sorterViewPr>
    <p:cViewPr varScale="1">
      <p:scale>
        <a:sx n="100" d="100"/>
        <a:sy n="100" d="100"/>
      </p:scale>
      <p:origin x="0" y="-7325"/>
    </p:cViewPr>
  </p:sorterViewPr>
  <p:notesViewPr>
    <p:cSldViewPr snapToGrid="0">
      <p:cViewPr varScale="1">
        <p:scale>
          <a:sx n="97" d="100"/>
          <a:sy n="97" d="100"/>
        </p:scale>
        <p:origin x="2868" y="78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9.xml"/><Relationship Id="rId18" Type="http://schemas.openxmlformats.org/officeDocument/2006/relationships/slide" Target="slides/slide14.xml"/><Relationship Id="rId26" Type="http://schemas.openxmlformats.org/officeDocument/2006/relationships/slide" Target="slides/slide22.xml"/><Relationship Id="rId39" Type="http://schemas.openxmlformats.org/officeDocument/2006/relationships/theme" Target="theme/theme1.xml"/><Relationship Id="rId21" Type="http://schemas.openxmlformats.org/officeDocument/2006/relationships/slide" Target="slides/slide17.xml"/><Relationship Id="rId34" Type="http://schemas.openxmlformats.org/officeDocument/2006/relationships/notesMaster" Target="notesMasters/notesMaster1.xml"/><Relationship Id="rId42" Type="http://schemas.microsoft.com/office/2015/10/relationships/revisionInfo" Target="revisionInfo.xml"/><Relationship Id="rId7" Type="http://schemas.openxmlformats.org/officeDocument/2006/relationships/slide" Target="slides/slide3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slide" Target="slides/slide16.xml"/><Relationship Id="rId29" Type="http://schemas.openxmlformats.org/officeDocument/2006/relationships/slide" Target="slides/slide25.xml"/><Relationship Id="rId41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openxmlformats.org/officeDocument/2006/relationships/slide" Target="slides/slide20.xml"/><Relationship Id="rId32" Type="http://schemas.openxmlformats.org/officeDocument/2006/relationships/slide" Target="slides/slide28.xml"/><Relationship Id="rId37" Type="http://schemas.openxmlformats.org/officeDocument/2006/relationships/presProps" Target="presProps.xml"/><Relationship Id="rId40" Type="http://schemas.openxmlformats.org/officeDocument/2006/relationships/tableStyles" Target="tableStyles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openxmlformats.org/officeDocument/2006/relationships/slide" Target="slides/slide19.xml"/><Relationship Id="rId28" Type="http://schemas.openxmlformats.org/officeDocument/2006/relationships/slide" Target="slides/slide24.xml"/><Relationship Id="rId36" Type="http://schemas.openxmlformats.org/officeDocument/2006/relationships/commentAuthors" Target="commentAuthors.xml"/><Relationship Id="rId10" Type="http://schemas.openxmlformats.org/officeDocument/2006/relationships/slide" Target="slides/slide6.xml"/><Relationship Id="rId19" Type="http://schemas.openxmlformats.org/officeDocument/2006/relationships/slide" Target="slides/slide15.xml"/><Relationship Id="rId31" Type="http://schemas.openxmlformats.org/officeDocument/2006/relationships/slide" Target="slides/slide27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slide" Target="slides/slide18.xml"/><Relationship Id="rId27" Type="http://schemas.openxmlformats.org/officeDocument/2006/relationships/slide" Target="slides/slide23.xml"/><Relationship Id="rId30" Type="http://schemas.openxmlformats.org/officeDocument/2006/relationships/slide" Target="slides/slide26.xml"/><Relationship Id="rId35" Type="http://schemas.openxmlformats.org/officeDocument/2006/relationships/handoutMaster" Target="handoutMasters/handoutMaster1.xml"/><Relationship Id="rId43" Type="http://schemas.microsoft.com/office/2018/10/relationships/authors" Target="authors.xml"/><Relationship Id="rId8" Type="http://schemas.openxmlformats.org/officeDocument/2006/relationships/slide" Target="slides/slide4.xml"/><Relationship Id="rId3" Type="http://schemas.openxmlformats.org/officeDocument/2006/relationships/customXml" Target="../customXml/item3.xml"/><Relationship Id="rId12" Type="http://schemas.openxmlformats.org/officeDocument/2006/relationships/slide" Target="slides/slide8.xml"/><Relationship Id="rId17" Type="http://schemas.openxmlformats.org/officeDocument/2006/relationships/slide" Target="slides/slide13.xml"/><Relationship Id="rId25" Type="http://schemas.openxmlformats.org/officeDocument/2006/relationships/slide" Target="slides/slide21.xml"/><Relationship Id="rId33" Type="http://schemas.openxmlformats.org/officeDocument/2006/relationships/slide" Target="slides/slide29.xml"/><Relationship Id="rId38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QUESADA CASTILLO RANDALL JOSUE" userId="b29aff0c-7e4a-4e11-b3dc-2798a24f161e" providerId="ADAL" clId="{7F2C15F9-14F4-41C9-A6D2-58022218BE9B}"/>
    <pc:docChg chg="undo redo custSel addSld delSld modSld sldOrd">
      <pc:chgData name="QUESADA CASTILLO RANDALL JOSUE" userId="b29aff0c-7e4a-4e11-b3dc-2798a24f161e" providerId="ADAL" clId="{7F2C15F9-14F4-41C9-A6D2-58022218BE9B}" dt="2026-04-14T16:38:30.667" v="6364" actId="1076"/>
      <pc:docMkLst>
        <pc:docMk/>
      </pc:docMkLst>
      <pc:sldChg chg="modSp mod">
        <pc:chgData name="QUESADA CASTILLO RANDALL JOSUE" userId="b29aff0c-7e4a-4e11-b3dc-2798a24f161e" providerId="ADAL" clId="{7F2C15F9-14F4-41C9-A6D2-58022218BE9B}" dt="2026-04-14T16:16:20.699" v="5695" actId="20577"/>
        <pc:sldMkLst>
          <pc:docMk/>
          <pc:sldMk cId="2259308896" sldId="256"/>
        </pc:sldMkLst>
        <pc:spChg chg="mod">
          <ac:chgData name="QUESADA CASTILLO RANDALL JOSUE" userId="b29aff0c-7e4a-4e11-b3dc-2798a24f161e" providerId="ADAL" clId="{7F2C15F9-14F4-41C9-A6D2-58022218BE9B}" dt="2026-04-14T16:16:20.699" v="5695" actId="20577"/>
          <ac:spMkLst>
            <pc:docMk/>
            <pc:sldMk cId="2259308896" sldId="256"/>
            <ac:spMk id="6" creationId="{BBC0F21F-D25A-E60F-B9DD-8D1C7B7203FF}"/>
          </ac:spMkLst>
        </pc:spChg>
      </pc:sldChg>
      <pc:sldChg chg="addSp modSp mod modClrScheme chgLayout">
        <pc:chgData name="QUESADA CASTILLO RANDALL JOSUE" userId="b29aff0c-7e4a-4e11-b3dc-2798a24f161e" providerId="ADAL" clId="{7F2C15F9-14F4-41C9-A6D2-58022218BE9B}" dt="2026-04-14T16:19:01.909" v="5801" actId="20577"/>
        <pc:sldMkLst>
          <pc:docMk/>
          <pc:sldMk cId="1325608595" sldId="257"/>
        </pc:sldMkLst>
        <pc:graphicFrameChg chg="mod modGraphic">
          <ac:chgData name="QUESADA CASTILLO RANDALL JOSUE" userId="b29aff0c-7e4a-4e11-b3dc-2798a24f161e" providerId="ADAL" clId="{7F2C15F9-14F4-41C9-A6D2-58022218BE9B}" dt="2026-04-14T16:19:01.909" v="5801" actId="20577"/>
          <ac:graphicFrameMkLst>
            <pc:docMk/>
            <pc:sldMk cId="1325608595" sldId="257"/>
            <ac:graphicFrameMk id="5" creationId="{C206C54B-6301-7941-014E-AE2DA775D4E4}"/>
          </ac:graphicFrameMkLst>
        </pc:graphicFrameChg>
      </pc:sldChg>
      <pc:sldChg chg="addSp delSp modSp del mod">
        <pc:chgData name="QUESADA CASTILLO RANDALL JOSUE" userId="b29aff0c-7e4a-4e11-b3dc-2798a24f161e" providerId="ADAL" clId="{7F2C15F9-14F4-41C9-A6D2-58022218BE9B}" dt="2026-04-14T16:20:12.610" v="5802" actId="47"/>
        <pc:sldMkLst>
          <pc:docMk/>
          <pc:sldMk cId="1265939620" sldId="290"/>
        </pc:sldMkLst>
      </pc:sldChg>
      <pc:sldChg chg="addSp delSp modSp del mod">
        <pc:chgData name="QUESADA CASTILLO RANDALL JOSUE" userId="b29aff0c-7e4a-4e11-b3dc-2798a24f161e" providerId="ADAL" clId="{7F2C15F9-14F4-41C9-A6D2-58022218BE9B}" dt="2026-04-14T16:34:54.026" v="6230" actId="47"/>
        <pc:sldMkLst>
          <pc:docMk/>
          <pc:sldMk cId="534254283" sldId="297"/>
        </pc:sldMkLst>
      </pc:sldChg>
      <pc:sldChg chg="addSp modSp del mod">
        <pc:chgData name="QUESADA CASTILLO RANDALL JOSUE" userId="b29aff0c-7e4a-4e11-b3dc-2798a24f161e" providerId="ADAL" clId="{7F2C15F9-14F4-41C9-A6D2-58022218BE9B}" dt="2026-04-14T16:34:54.026" v="6230" actId="47"/>
        <pc:sldMkLst>
          <pc:docMk/>
          <pc:sldMk cId="3370611093" sldId="298"/>
        </pc:sldMkLst>
      </pc:sldChg>
      <pc:sldChg chg="addSp delSp modSp mod">
        <pc:chgData name="QUESADA CASTILLO RANDALL JOSUE" userId="b29aff0c-7e4a-4e11-b3dc-2798a24f161e" providerId="ADAL" clId="{7F2C15F9-14F4-41C9-A6D2-58022218BE9B}" dt="2026-04-14T16:27:20.342" v="6107" actId="20577"/>
        <pc:sldMkLst>
          <pc:docMk/>
          <pc:sldMk cId="2477588734" sldId="304"/>
        </pc:sldMkLst>
        <pc:spChg chg="add mod">
          <ac:chgData name="QUESADA CASTILLO RANDALL JOSUE" userId="b29aff0c-7e4a-4e11-b3dc-2798a24f161e" providerId="ADAL" clId="{7F2C15F9-14F4-41C9-A6D2-58022218BE9B}" dt="2026-04-14T16:23:37.354" v="5868" actId="14100"/>
          <ac:spMkLst>
            <pc:docMk/>
            <pc:sldMk cId="2477588734" sldId="304"/>
            <ac:spMk id="2" creationId="{42A7C5F1-EC77-F2BB-71D1-C3713DDD6A79}"/>
          </ac:spMkLst>
        </pc:spChg>
        <pc:spChg chg="mod">
          <ac:chgData name="QUESADA CASTILLO RANDALL JOSUE" userId="b29aff0c-7e4a-4e11-b3dc-2798a24f161e" providerId="ADAL" clId="{7F2C15F9-14F4-41C9-A6D2-58022218BE9B}" dt="2026-04-14T16:27:20.342" v="6107" actId="20577"/>
          <ac:spMkLst>
            <pc:docMk/>
            <pc:sldMk cId="2477588734" sldId="304"/>
            <ac:spMk id="3" creationId="{40644860-3D76-42DE-1EB3-A414A76FABB0}"/>
          </ac:spMkLst>
        </pc:spChg>
        <pc:spChg chg="mod">
          <ac:chgData name="QUESADA CASTILLO RANDALL JOSUE" userId="b29aff0c-7e4a-4e11-b3dc-2798a24f161e" providerId="ADAL" clId="{7F2C15F9-14F4-41C9-A6D2-58022218BE9B}" dt="2026-04-14T16:23:04.895" v="5864" actId="20577"/>
          <ac:spMkLst>
            <pc:docMk/>
            <pc:sldMk cId="2477588734" sldId="304"/>
            <ac:spMk id="6" creationId="{CAF86DCB-B2AC-1579-F17B-E0E93C19A913}"/>
          </ac:spMkLst>
        </pc:spChg>
        <pc:picChg chg="add del mod">
          <ac:chgData name="QUESADA CASTILLO RANDALL JOSUE" userId="b29aff0c-7e4a-4e11-b3dc-2798a24f161e" providerId="ADAL" clId="{7F2C15F9-14F4-41C9-A6D2-58022218BE9B}" dt="2026-04-14T16:23:07.357" v="5865" actId="478"/>
          <ac:picMkLst>
            <pc:docMk/>
            <pc:sldMk cId="2477588734" sldId="304"/>
            <ac:picMk id="4" creationId="{AFB6C534-FDB6-66AA-D380-C395F871BCED}"/>
          </ac:picMkLst>
        </pc:picChg>
      </pc:sldChg>
      <pc:sldChg chg="addSp delSp modSp add mod">
        <pc:chgData name="QUESADA CASTILLO RANDALL JOSUE" userId="b29aff0c-7e4a-4e11-b3dc-2798a24f161e" providerId="ADAL" clId="{7F2C15F9-14F4-41C9-A6D2-58022218BE9B}" dt="2026-04-14T16:28:22.009" v="6141" actId="12"/>
        <pc:sldMkLst>
          <pc:docMk/>
          <pc:sldMk cId="1739223790" sldId="328"/>
        </pc:sldMkLst>
        <pc:spChg chg="mod">
          <ac:chgData name="QUESADA CASTILLO RANDALL JOSUE" userId="b29aff0c-7e4a-4e11-b3dc-2798a24f161e" providerId="ADAL" clId="{7F2C15F9-14F4-41C9-A6D2-58022218BE9B}" dt="2026-04-14T16:28:22.009" v="6141" actId="12"/>
          <ac:spMkLst>
            <pc:docMk/>
            <pc:sldMk cId="1739223790" sldId="328"/>
            <ac:spMk id="3" creationId="{766DDC0E-68DA-5AA8-2A72-07EF3EE146E9}"/>
          </ac:spMkLst>
        </pc:spChg>
        <pc:spChg chg="mod">
          <ac:chgData name="QUESADA CASTILLO RANDALL JOSUE" userId="b29aff0c-7e4a-4e11-b3dc-2798a24f161e" providerId="ADAL" clId="{7F2C15F9-14F4-41C9-A6D2-58022218BE9B}" dt="2026-04-14T16:27:30.877" v="6131" actId="20577"/>
          <ac:spMkLst>
            <pc:docMk/>
            <pc:sldMk cId="1739223790" sldId="328"/>
            <ac:spMk id="6" creationId="{CC8293A8-DA21-188F-5E2E-B86AC83D3186}"/>
          </ac:spMkLst>
        </pc:spChg>
        <pc:picChg chg="add del mod">
          <ac:chgData name="QUESADA CASTILLO RANDALL JOSUE" userId="b29aff0c-7e4a-4e11-b3dc-2798a24f161e" providerId="ADAL" clId="{7F2C15F9-14F4-41C9-A6D2-58022218BE9B}" dt="2026-04-14T16:28:05.389" v="6134" actId="478"/>
          <ac:picMkLst>
            <pc:docMk/>
            <pc:sldMk cId="1739223790" sldId="328"/>
            <ac:picMk id="4" creationId="{6EEA13CA-0568-4C1E-679B-24C6FAD04D45}"/>
          </ac:picMkLst>
        </pc:picChg>
        <pc:picChg chg="add mod">
          <ac:chgData name="QUESADA CASTILLO RANDALL JOSUE" userId="b29aff0c-7e4a-4e11-b3dc-2798a24f161e" providerId="ADAL" clId="{7F2C15F9-14F4-41C9-A6D2-58022218BE9B}" dt="2026-04-14T16:28:14.877" v="6140" actId="1076"/>
          <ac:picMkLst>
            <pc:docMk/>
            <pc:sldMk cId="1739223790" sldId="328"/>
            <ac:picMk id="5" creationId="{75279DD4-2025-2109-B185-FE69252C26E2}"/>
          </ac:picMkLst>
        </pc:picChg>
      </pc:sldChg>
      <pc:sldChg chg="addSp delSp modSp add del mod">
        <pc:chgData name="QUESADA CASTILLO RANDALL JOSUE" userId="b29aff0c-7e4a-4e11-b3dc-2798a24f161e" providerId="ADAL" clId="{7F2C15F9-14F4-41C9-A6D2-58022218BE9B}" dt="2026-04-14T16:34:54.026" v="6230" actId="47"/>
        <pc:sldMkLst>
          <pc:docMk/>
          <pc:sldMk cId="1579485490" sldId="329"/>
        </pc:sldMkLst>
      </pc:sldChg>
      <pc:sldChg chg="addSp delSp modSp add del mod">
        <pc:chgData name="QUESADA CASTILLO RANDALL JOSUE" userId="b29aff0c-7e4a-4e11-b3dc-2798a24f161e" providerId="ADAL" clId="{7F2C15F9-14F4-41C9-A6D2-58022218BE9B}" dt="2026-04-14T16:34:54.026" v="6230" actId="47"/>
        <pc:sldMkLst>
          <pc:docMk/>
          <pc:sldMk cId="1460903096" sldId="330"/>
        </pc:sldMkLst>
      </pc:sldChg>
      <pc:sldChg chg="addSp delSp modSp add del mod ord">
        <pc:chgData name="QUESADA CASTILLO RANDALL JOSUE" userId="b29aff0c-7e4a-4e11-b3dc-2798a24f161e" providerId="ADAL" clId="{7F2C15F9-14F4-41C9-A6D2-58022218BE9B}" dt="2026-04-14T16:34:54.026" v="6230" actId="47"/>
        <pc:sldMkLst>
          <pc:docMk/>
          <pc:sldMk cId="1730301824" sldId="331"/>
        </pc:sldMkLst>
      </pc:sldChg>
      <pc:sldChg chg="addSp modSp add del mod">
        <pc:chgData name="QUESADA CASTILLO RANDALL JOSUE" userId="b29aff0c-7e4a-4e11-b3dc-2798a24f161e" providerId="ADAL" clId="{7F2C15F9-14F4-41C9-A6D2-58022218BE9B}" dt="2026-04-14T16:34:54.026" v="6230" actId="47"/>
        <pc:sldMkLst>
          <pc:docMk/>
          <pc:sldMk cId="3011585753" sldId="332"/>
        </pc:sldMkLst>
      </pc:sldChg>
      <pc:sldChg chg="addSp modSp add del mod">
        <pc:chgData name="QUESADA CASTILLO RANDALL JOSUE" userId="b29aff0c-7e4a-4e11-b3dc-2798a24f161e" providerId="ADAL" clId="{7F2C15F9-14F4-41C9-A6D2-58022218BE9B}" dt="2026-04-14T16:37:35.633" v="6361" actId="47"/>
        <pc:sldMkLst>
          <pc:docMk/>
          <pc:sldMk cId="2541330548" sldId="333"/>
        </pc:sldMkLst>
      </pc:sldChg>
      <pc:sldChg chg="addSp delSp modSp add del mod">
        <pc:chgData name="QUESADA CASTILLO RANDALL JOSUE" userId="b29aff0c-7e4a-4e11-b3dc-2798a24f161e" providerId="ADAL" clId="{7F2C15F9-14F4-41C9-A6D2-58022218BE9B}" dt="2026-04-14T16:37:35.633" v="6361" actId="47"/>
        <pc:sldMkLst>
          <pc:docMk/>
          <pc:sldMk cId="2289318680" sldId="334"/>
        </pc:sldMkLst>
      </pc:sldChg>
      <pc:sldChg chg="modSp add del mod">
        <pc:chgData name="QUESADA CASTILLO RANDALL JOSUE" userId="b29aff0c-7e4a-4e11-b3dc-2798a24f161e" providerId="ADAL" clId="{7F2C15F9-14F4-41C9-A6D2-58022218BE9B}" dt="2026-04-14T16:37:35.633" v="6361" actId="47"/>
        <pc:sldMkLst>
          <pc:docMk/>
          <pc:sldMk cId="1558388775" sldId="335"/>
        </pc:sldMkLst>
      </pc:sldChg>
      <pc:sldChg chg="addSp delSp modSp add del mod">
        <pc:chgData name="QUESADA CASTILLO RANDALL JOSUE" userId="b29aff0c-7e4a-4e11-b3dc-2798a24f161e" providerId="ADAL" clId="{7F2C15F9-14F4-41C9-A6D2-58022218BE9B}" dt="2026-04-14T16:34:54.026" v="6230" actId="47"/>
        <pc:sldMkLst>
          <pc:docMk/>
          <pc:sldMk cId="770248985" sldId="336"/>
        </pc:sldMkLst>
      </pc:sldChg>
      <pc:sldChg chg="delSp modSp add del mod">
        <pc:chgData name="QUESADA CASTILLO RANDALL JOSUE" userId="b29aff0c-7e4a-4e11-b3dc-2798a24f161e" providerId="ADAL" clId="{7F2C15F9-14F4-41C9-A6D2-58022218BE9B}" dt="2026-04-14T16:34:54.026" v="6230" actId="47"/>
        <pc:sldMkLst>
          <pc:docMk/>
          <pc:sldMk cId="4194726471" sldId="337"/>
        </pc:sldMkLst>
      </pc:sldChg>
      <pc:sldChg chg="delSp modSp add del mod">
        <pc:chgData name="QUESADA CASTILLO RANDALL JOSUE" userId="b29aff0c-7e4a-4e11-b3dc-2798a24f161e" providerId="ADAL" clId="{7F2C15F9-14F4-41C9-A6D2-58022218BE9B}" dt="2026-04-14T16:34:54.026" v="6230" actId="47"/>
        <pc:sldMkLst>
          <pc:docMk/>
          <pc:sldMk cId="1884881557" sldId="338"/>
        </pc:sldMkLst>
      </pc:sldChg>
      <pc:sldChg chg="addSp delSp modSp add del mod">
        <pc:chgData name="QUESADA CASTILLO RANDALL JOSUE" userId="b29aff0c-7e4a-4e11-b3dc-2798a24f161e" providerId="ADAL" clId="{7F2C15F9-14F4-41C9-A6D2-58022218BE9B}" dt="2026-04-14T16:34:54.026" v="6230" actId="47"/>
        <pc:sldMkLst>
          <pc:docMk/>
          <pc:sldMk cId="2304586049" sldId="339"/>
        </pc:sldMkLst>
      </pc:sldChg>
      <pc:sldChg chg="delSp modSp add del mod">
        <pc:chgData name="QUESADA CASTILLO RANDALL JOSUE" userId="b29aff0c-7e4a-4e11-b3dc-2798a24f161e" providerId="ADAL" clId="{7F2C15F9-14F4-41C9-A6D2-58022218BE9B}" dt="2026-04-14T16:34:54.026" v="6230" actId="47"/>
        <pc:sldMkLst>
          <pc:docMk/>
          <pc:sldMk cId="1074066710" sldId="340"/>
        </pc:sldMkLst>
      </pc:sldChg>
      <pc:sldChg chg="addSp delSp modSp add del mod">
        <pc:chgData name="QUESADA CASTILLO RANDALL JOSUE" userId="b29aff0c-7e4a-4e11-b3dc-2798a24f161e" providerId="ADAL" clId="{7F2C15F9-14F4-41C9-A6D2-58022218BE9B}" dt="2026-04-14T16:34:54.026" v="6230" actId="47"/>
        <pc:sldMkLst>
          <pc:docMk/>
          <pc:sldMk cId="2317003868" sldId="341"/>
        </pc:sldMkLst>
      </pc:sldChg>
      <pc:sldChg chg="delSp modSp add del mod">
        <pc:chgData name="QUESADA CASTILLO RANDALL JOSUE" userId="b29aff0c-7e4a-4e11-b3dc-2798a24f161e" providerId="ADAL" clId="{7F2C15F9-14F4-41C9-A6D2-58022218BE9B}" dt="2026-04-14T16:34:54.026" v="6230" actId="47"/>
        <pc:sldMkLst>
          <pc:docMk/>
          <pc:sldMk cId="3318821283" sldId="342"/>
        </pc:sldMkLst>
      </pc:sldChg>
      <pc:sldChg chg="modSp add del mod">
        <pc:chgData name="QUESADA CASTILLO RANDALL JOSUE" userId="b29aff0c-7e4a-4e11-b3dc-2798a24f161e" providerId="ADAL" clId="{7F2C15F9-14F4-41C9-A6D2-58022218BE9B}" dt="2026-04-14T16:37:35.633" v="6361" actId="47"/>
        <pc:sldMkLst>
          <pc:docMk/>
          <pc:sldMk cId="3538680302" sldId="343"/>
        </pc:sldMkLst>
      </pc:sldChg>
      <pc:sldChg chg="modSp add del mod">
        <pc:chgData name="QUESADA CASTILLO RANDALL JOSUE" userId="b29aff0c-7e4a-4e11-b3dc-2798a24f161e" providerId="ADAL" clId="{7F2C15F9-14F4-41C9-A6D2-58022218BE9B}" dt="2026-04-14T16:37:35.633" v="6361" actId="47"/>
        <pc:sldMkLst>
          <pc:docMk/>
          <pc:sldMk cId="382697829" sldId="344"/>
        </pc:sldMkLst>
      </pc:sldChg>
      <pc:sldChg chg="modSp add del mod">
        <pc:chgData name="QUESADA CASTILLO RANDALL JOSUE" userId="b29aff0c-7e4a-4e11-b3dc-2798a24f161e" providerId="ADAL" clId="{7F2C15F9-14F4-41C9-A6D2-58022218BE9B}" dt="2026-04-14T16:37:35.633" v="6361" actId="47"/>
        <pc:sldMkLst>
          <pc:docMk/>
          <pc:sldMk cId="3982919499" sldId="345"/>
        </pc:sldMkLst>
      </pc:sldChg>
      <pc:sldChg chg="modSp add del mod">
        <pc:chgData name="QUESADA CASTILLO RANDALL JOSUE" userId="b29aff0c-7e4a-4e11-b3dc-2798a24f161e" providerId="ADAL" clId="{7F2C15F9-14F4-41C9-A6D2-58022218BE9B}" dt="2026-04-14T16:37:35.633" v="6361" actId="47"/>
        <pc:sldMkLst>
          <pc:docMk/>
          <pc:sldMk cId="2029029986" sldId="346"/>
        </pc:sldMkLst>
      </pc:sldChg>
      <pc:sldChg chg="addSp modSp add del mod">
        <pc:chgData name="QUESADA CASTILLO RANDALL JOSUE" userId="b29aff0c-7e4a-4e11-b3dc-2798a24f161e" providerId="ADAL" clId="{7F2C15F9-14F4-41C9-A6D2-58022218BE9B}" dt="2026-04-14T16:37:35.633" v="6361" actId="47"/>
        <pc:sldMkLst>
          <pc:docMk/>
          <pc:sldMk cId="1504765599" sldId="347"/>
        </pc:sldMkLst>
      </pc:sldChg>
      <pc:sldChg chg="modSp add del mod">
        <pc:chgData name="QUESADA CASTILLO RANDALL JOSUE" userId="b29aff0c-7e4a-4e11-b3dc-2798a24f161e" providerId="ADAL" clId="{7F2C15F9-14F4-41C9-A6D2-58022218BE9B}" dt="2026-04-14T16:37:35.633" v="6361" actId="47"/>
        <pc:sldMkLst>
          <pc:docMk/>
          <pc:sldMk cId="2315358264" sldId="348"/>
        </pc:sldMkLst>
      </pc:sldChg>
      <pc:sldChg chg="modSp add del mod">
        <pc:chgData name="QUESADA CASTILLO RANDALL JOSUE" userId="b29aff0c-7e4a-4e11-b3dc-2798a24f161e" providerId="ADAL" clId="{7F2C15F9-14F4-41C9-A6D2-58022218BE9B}" dt="2026-04-14T16:37:35.633" v="6361" actId="47"/>
        <pc:sldMkLst>
          <pc:docMk/>
          <pc:sldMk cId="326714196" sldId="349"/>
        </pc:sldMkLst>
      </pc:sldChg>
      <pc:sldChg chg="modSp add del mod">
        <pc:chgData name="QUESADA CASTILLO RANDALL JOSUE" userId="b29aff0c-7e4a-4e11-b3dc-2798a24f161e" providerId="ADAL" clId="{7F2C15F9-14F4-41C9-A6D2-58022218BE9B}" dt="2026-04-14T16:37:35.633" v="6361" actId="47"/>
        <pc:sldMkLst>
          <pc:docMk/>
          <pc:sldMk cId="1994136278" sldId="350"/>
        </pc:sldMkLst>
      </pc:sldChg>
      <pc:sldChg chg="modSp add del mod">
        <pc:chgData name="QUESADA CASTILLO RANDALL JOSUE" userId="b29aff0c-7e4a-4e11-b3dc-2798a24f161e" providerId="ADAL" clId="{7F2C15F9-14F4-41C9-A6D2-58022218BE9B}" dt="2026-04-14T16:37:35.633" v="6361" actId="47"/>
        <pc:sldMkLst>
          <pc:docMk/>
          <pc:sldMk cId="1025645493" sldId="351"/>
        </pc:sldMkLst>
      </pc:sldChg>
      <pc:sldChg chg="modSp add del mod">
        <pc:chgData name="QUESADA CASTILLO RANDALL JOSUE" userId="b29aff0c-7e4a-4e11-b3dc-2798a24f161e" providerId="ADAL" clId="{7F2C15F9-14F4-41C9-A6D2-58022218BE9B}" dt="2026-04-14T16:37:35.633" v="6361" actId="47"/>
        <pc:sldMkLst>
          <pc:docMk/>
          <pc:sldMk cId="2567402115" sldId="352"/>
        </pc:sldMkLst>
      </pc:sldChg>
      <pc:sldChg chg="modSp add mod">
        <pc:chgData name="QUESADA CASTILLO RANDALL JOSUE" userId="b29aff0c-7e4a-4e11-b3dc-2798a24f161e" providerId="ADAL" clId="{7F2C15F9-14F4-41C9-A6D2-58022218BE9B}" dt="2026-04-14T16:38:30.667" v="6364" actId="1076"/>
        <pc:sldMkLst>
          <pc:docMk/>
          <pc:sldMk cId="3226480656" sldId="353"/>
        </pc:sldMkLst>
        <pc:spChg chg="mod">
          <ac:chgData name="QUESADA CASTILLO RANDALL JOSUE" userId="b29aff0c-7e4a-4e11-b3dc-2798a24f161e" providerId="ADAL" clId="{7F2C15F9-14F4-41C9-A6D2-58022218BE9B}" dt="2026-03-20T17:32:14.523" v="4627" actId="27636"/>
          <ac:spMkLst>
            <pc:docMk/>
            <pc:sldMk cId="3226480656" sldId="353"/>
            <ac:spMk id="3" creationId="{C169706F-8F58-41D9-5EBE-36776B678833}"/>
          </ac:spMkLst>
        </pc:spChg>
        <pc:spChg chg="mod">
          <ac:chgData name="QUESADA CASTILLO RANDALL JOSUE" userId="b29aff0c-7e4a-4e11-b3dc-2798a24f161e" providerId="ADAL" clId="{7F2C15F9-14F4-41C9-A6D2-58022218BE9B}" dt="2026-04-14T16:38:30.667" v="6364" actId="1076"/>
          <ac:spMkLst>
            <pc:docMk/>
            <pc:sldMk cId="3226480656" sldId="353"/>
            <ac:spMk id="6" creationId="{4F99A5A0-44FF-8C26-5D2B-85AC2AC4C40B}"/>
          </ac:spMkLst>
        </pc:spChg>
      </pc:sldChg>
      <pc:sldChg chg="addSp delSp modSp add del mod">
        <pc:chgData name="QUESADA CASTILLO RANDALL JOSUE" userId="b29aff0c-7e4a-4e11-b3dc-2798a24f161e" providerId="ADAL" clId="{7F2C15F9-14F4-41C9-A6D2-58022218BE9B}" dt="2026-04-14T16:37:35.633" v="6361" actId="47"/>
        <pc:sldMkLst>
          <pc:docMk/>
          <pc:sldMk cId="1324951660" sldId="354"/>
        </pc:sldMkLst>
      </pc:sldChg>
      <pc:sldChg chg="addSp delSp modSp add mod">
        <pc:chgData name="QUESADA CASTILLO RANDALL JOSUE" userId="b29aff0c-7e4a-4e11-b3dc-2798a24f161e" providerId="ADAL" clId="{7F2C15F9-14F4-41C9-A6D2-58022218BE9B}" dt="2026-04-14T16:22:52.676" v="5838" actId="1076"/>
        <pc:sldMkLst>
          <pc:docMk/>
          <pc:sldMk cId="2444118942" sldId="355"/>
        </pc:sldMkLst>
        <pc:spChg chg="mod">
          <ac:chgData name="QUESADA CASTILLO RANDALL JOSUE" userId="b29aff0c-7e4a-4e11-b3dc-2798a24f161e" providerId="ADAL" clId="{7F2C15F9-14F4-41C9-A6D2-58022218BE9B}" dt="2026-04-14T16:22:52.676" v="5838" actId="1076"/>
          <ac:spMkLst>
            <pc:docMk/>
            <pc:sldMk cId="2444118942" sldId="355"/>
            <ac:spMk id="3" creationId="{11D2D125-F310-B82A-FF27-3D0A939E2B70}"/>
          </ac:spMkLst>
        </pc:spChg>
        <pc:spChg chg="mod">
          <ac:chgData name="QUESADA CASTILLO RANDALL JOSUE" userId="b29aff0c-7e4a-4e11-b3dc-2798a24f161e" providerId="ADAL" clId="{7F2C15F9-14F4-41C9-A6D2-58022218BE9B}" dt="2026-04-14T16:22:35.468" v="5832" actId="20577"/>
          <ac:spMkLst>
            <pc:docMk/>
            <pc:sldMk cId="2444118942" sldId="355"/>
            <ac:spMk id="6" creationId="{B3D36806-E807-1388-BA60-A49D104D2AEB}"/>
          </ac:spMkLst>
        </pc:spChg>
        <pc:picChg chg="add del mod">
          <ac:chgData name="QUESADA CASTILLO RANDALL JOSUE" userId="b29aff0c-7e4a-4e11-b3dc-2798a24f161e" providerId="ADAL" clId="{7F2C15F9-14F4-41C9-A6D2-58022218BE9B}" dt="2026-04-14T16:22:41.586" v="5833" actId="478"/>
          <ac:picMkLst>
            <pc:docMk/>
            <pc:sldMk cId="2444118942" sldId="355"/>
            <ac:picMk id="1028" creationId="{DAAB24E0-7F20-076F-5B59-B4245FC2F268}"/>
          </ac:picMkLst>
        </pc:picChg>
      </pc:sldChg>
      <pc:sldChg chg="addSp delSp modSp add del mod">
        <pc:chgData name="QUESADA CASTILLO RANDALL JOSUE" userId="b29aff0c-7e4a-4e11-b3dc-2798a24f161e" providerId="ADAL" clId="{7F2C15F9-14F4-41C9-A6D2-58022218BE9B}" dt="2026-04-14T16:20:12.610" v="5802" actId="47"/>
        <pc:sldMkLst>
          <pc:docMk/>
          <pc:sldMk cId="3104449200" sldId="356"/>
        </pc:sldMkLst>
      </pc:sldChg>
      <pc:sldChg chg="addSp delSp modSp add del mod">
        <pc:chgData name="QUESADA CASTILLO RANDALL JOSUE" userId="b29aff0c-7e4a-4e11-b3dc-2798a24f161e" providerId="ADAL" clId="{7F2C15F9-14F4-41C9-A6D2-58022218BE9B}" dt="2026-04-14T16:20:12.610" v="5802" actId="47"/>
        <pc:sldMkLst>
          <pc:docMk/>
          <pc:sldMk cId="535911360" sldId="357"/>
        </pc:sldMkLst>
      </pc:sldChg>
      <pc:sldChg chg="addSp delSp modSp add del mod">
        <pc:chgData name="QUESADA CASTILLO RANDALL JOSUE" userId="b29aff0c-7e4a-4e11-b3dc-2798a24f161e" providerId="ADAL" clId="{7F2C15F9-14F4-41C9-A6D2-58022218BE9B}" dt="2026-04-14T16:20:12.610" v="5802" actId="47"/>
        <pc:sldMkLst>
          <pc:docMk/>
          <pc:sldMk cId="273960339" sldId="358"/>
        </pc:sldMkLst>
      </pc:sldChg>
      <pc:sldChg chg="modSp add del mod">
        <pc:chgData name="QUESADA CASTILLO RANDALL JOSUE" userId="b29aff0c-7e4a-4e11-b3dc-2798a24f161e" providerId="ADAL" clId="{7F2C15F9-14F4-41C9-A6D2-58022218BE9B}" dt="2026-04-14T16:20:12.610" v="5802" actId="47"/>
        <pc:sldMkLst>
          <pc:docMk/>
          <pc:sldMk cId="222723730" sldId="359"/>
        </pc:sldMkLst>
      </pc:sldChg>
      <pc:sldChg chg="addSp delSp modSp add del mod">
        <pc:chgData name="QUESADA CASTILLO RANDALL JOSUE" userId="b29aff0c-7e4a-4e11-b3dc-2798a24f161e" providerId="ADAL" clId="{7F2C15F9-14F4-41C9-A6D2-58022218BE9B}" dt="2026-04-14T16:20:12.610" v="5802" actId="47"/>
        <pc:sldMkLst>
          <pc:docMk/>
          <pc:sldMk cId="1668462944" sldId="360"/>
        </pc:sldMkLst>
      </pc:sldChg>
      <pc:sldChg chg="addSp delSp modSp add mod ord">
        <pc:chgData name="QUESADA CASTILLO RANDALL JOSUE" userId="b29aff0c-7e4a-4e11-b3dc-2798a24f161e" providerId="ADAL" clId="{7F2C15F9-14F4-41C9-A6D2-58022218BE9B}" dt="2026-04-14T16:20:51.311" v="5823" actId="1076"/>
        <pc:sldMkLst>
          <pc:docMk/>
          <pc:sldMk cId="1519792150" sldId="361"/>
        </pc:sldMkLst>
        <pc:spChg chg="del mod">
          <ac:chgData name="QUESADA CASTILLO RANDALL JOSUE" userId="b29aff0c-7e4a-4e11-b3dc-2798a24f161e" providerId="ADAL" clId="{7F2C15F9-14F4-41C9-A6D2-58022218BE9B}" dt="2026-04-14T16:20:30.262" v="5816" actId="478"/>
          <ac:spMkLst>
            <pc:docMk/>
            <pc:sldMk cId="1519792150" sldId="361"/>
            <ac:spMk id="3" creationId="{E8906376-63B8-2AF7-51FB-197359001C75}"/>
          </ac:spMkLst>
        </pc:spChg>
        <pc:spChg chg="add mod">
          <ac:chgData name="QUESADA CASTILLO RANDALL JOSUE" userId="b29aff0c-7e4a-4e11-b3dc-2798a24f161e" providerId="ADAL" clId="{7F2C15F9-14F4-41C9-A6D2-58022218BE9B}" dt="2026-04-14T16:20:51.311" v="5823" actId="1076"/>
          <ac:spMkLst>
            <pc:docMk/>
            <pc:sldMk cId="1519792150" sldId="361"/>
            <ac:spMk id="4" creationId="{81AE4C27-3385-70E2-1ECF-BF05C339664E}"/>
          </ac:spMkLst>
        </pc:spChg>
        <pc:spChg chg="mod">
          <ac:chgData name="QUESADA CASTILLO RANDALL JOSUE" userId="b29aff0c-7e4a-4e11-b3dc-2798a24f161e" providerId="ADAL" clId="{7F2C15F9-14F4-41C9-A6D2-58022218BE9B}" dt="2026-04-14T16:20:20.860" v="5815" actId="20577"/>
          <ac:spMkLst>
            <pc:docMk/>
            <pc:sldMk cId="1519792150" sldId="361"/>
            <ac:spMk id="6" creationId="{CF87906E-5BA5-FD66-B450-0C47A48B1B88}"/>
          </ac:spMkLst>
        </pc:spChg>
        <pc:picChg chg="add del mod">
          <ac:chgData name="QUESADA CASTILLO RANDALL JOSUE" userId="b29aff0c-7e4a-4e11-b3dc-2798a24f161e" providerId="ADAL" clId="{7F2C15F9-14F4-41C9-A6D2-58022218BE9B}" dt="2026-04-14T16:20:40.193" v="5819" actId="478"/>
          <ac:picMkLst>
            <pc:docMk/>
            <pc:sldMk cId="1519792150" sldId="361"/>
            <ac:picMk id="10242" creationId="{49208C8F-1D97-3607-2F01-DB315588F6C8}"/>
          </ac:picMkLst>
        </pc:picChg>
      </pc:sldChg>
      <pc:sldChg chg="addSp delSp modSp add del mod">
        <pc:chgData name="QUESADA CASTILLO RANDALL JOSUE" userId="b29aff0c-7e4a-4e11-b3dc-2798a24f161e" providerId="ADAL" clId="{7F2C15F9-14F4-41C9-A6D2-58022218BE9B}" dt="2026-04-14T16:34:54.026" v="6230" actId="47"/>
        <pc:sldMkLst>
          <pc:docMk/>
          <pc:sldMk cId="1331525065" sldId="362"/>
        </pc:sldMkLst>
      </pc:sldChg>
      <pc:sldChg chg="delSp modSp add del mod ord">
        <pc:chgData name="QUESADA CASTILLO RANDALL JOSUE" userId="b29aff0c-7e4a-4e11-b3dc-2798a24f161e" providerId="ADAL" clId="{7F2C15F9-14F4-41C9-A6D2-58022218BE9B}" dt="2026-04-14T16:34:54.026" v="6230" actId="47"/>
        <pc:sldMkLst>
          <pc:docMk/>
          <pc:sldMk cId="995478241" sldId="363"/>
        </pc:sldMkLst>
      </pc:sldChg>
      <pc:sldChg chg="modSp add mod">
        <pc:chgData name="QUESADA CASTILLO RANDALL JOSUE" userId="b29aff0c-7e4a-4e11-b3dc-2798a24f161e" providerId="ADAL" clId="{7F2C15F9-14F4-41C9-A6D2-58022218BE9B}" dt="2026-04-14T16:21:13.234" v="5828" actId="1076"/>
        <pc:sldMkLst>
          <pc:docMk/>
          <pc:sldMk cId="1628778160" sldId="364"/>
        </pc:sldMkLst>
        <pc:spChg chg="mod">
          <ac:chgData name="QUESADA CASTILLO RANDALL JOSUE" userId="b29aff0c-7e4a-4e11-b3dc-2798a24f161e" providerId="ADAL" clId="{7F2C15F9-14F4-41C9-A6D2-58022218BE9B}" dt="2026-04-14T16:21:13.234" v="5828" actId="1076"/>
          <ac:spMkLst>
            <pc:docMk/>
            <pc:sldMk cId="1628778160" sldId="364"/>
            <ac:spMk id="4" creationId="{68AE6F18-99F5-49C5-FA91-111E2C1E8CCA}"/>
          </ac:spMkLst>
        </pc:spChg>
      </pc:sldChg>
      <pc:sldChg chg="delSp modSp add mod">
        <pc:chgData name="QUESADA CASTILLO RANDALL JOSUE" userId="b29aff0c-7e4a-4e11-b3dc-2798a24f161e" providerId="ADAL" clId="{7F2C15F9-14F4-41C9-A6D2-58022218BE9B}" dt="2026-04-14T16:33:03.209" v="6183" actId="20577"/>
        <pc:sldMkLst>
          <pc:docMk/>
          <pc:sldMk cId="2075367635" sldId="365"/>
        </pc:sldMkLst>
        <pc:spChg chg="mod">
          <ac:chgData name="QUESADA CASTILLO RANDALL JOSUE" userId="b29aff0c-7e4a-4e11-b3dc-2798a24f161e" providerId="ADAL" clId="{7F2C15F9-14F4-41C9-A6D2-58022218BE9B}" dt="2026-04-14T16:31:21.927" v="6180" actId="15"/>
          <ac:spMkLst>
            <pc:docMk/>
            <pc:sldMk cId="2075367635" sldId="365"/>
            <ac:spMk id="3" creationId="{A549AB01-059B-C3B3-E4AB-AD7B272E494D}"/>
          </ac:spMkLst>
        </pc:spChg>
        <pc:spChg chg="mod">
          <ac:chgData name="QUESADA CASTILLO RANDALL JOSUE" userId="b29aff0c-7e4a-4e11-b3dc-2798a24f161e" providerId="ADAL" clId="{7F2C15F9-14F4-41C9-A6D2-58022218BE9B}" dt="2026-04-14T16:33:03.209" v="6183" actId="20577"/>
          <ac:spMkLst>
            <pc:docMk/>
            <pc:sldMk cId="2075367635" sldId="365"/>
            <ac:spMk id="6" creationId="{074382CC-68EA-B8F5-9450-809886F71A94}"/>
          </ac:spMkLst>
        </pc:spChg>
        <pc:picChg chg="del">
          <ac:chgData name="QUESADA CASTILLO RANDALL JOSUE" userId="b29aff0c-7e4a-4e11-b3dc-2798a24f161e" providerId="ADAL" clId="{7F2C15F9-14F4-41C9-A6D2-58022218BE9B}" dt="2026-04-14T16:30:58.725" v="6167" actId="478"/>
          <ac:picMkLst>
            <pc:docMk/>
            <pc:sldMk cId="2075367635" sldId="365"/>
            <ac:picMk id="5" creationId="{C64F61DD-5541-027A-48E8-65AEB1CCFEBC}"/>
          </ac:picMkLst>
        </pc:picChg>
      </pc:sldChg>
      <pc:sldChg chg="addSp delSp modSp add mod">
        <pc:chgData name="QUESADA CASTILLO RANDALL JOSUE" userId="b29aff0c-7e4a-4e11-b3dc-2798a24f161e" providerId="ADAL" clId="{7F2C15F9-14F4-41C9-A6D2-58022218BE9B}" dt="2026-04-14T16:33:34.418" v="6191" actId="14100"/>
        <pc:sldMkLst>
          <pc:docMk/>
          <pc:sldMk cId="2272189363" sldId="366"/>
        </pc:sldMkLst>
        <pc:spChg chg="add">
          <ac:chgData name="QUESADA CASTILLO RANDALL JOSUE" userId="b29aff0c-7e4a-4e11-b3dc-2798a24f161e" providerId="ADAL" clId="{7F2C15F9-14F4-41C9-A6D2-58022218BE9B}" dt="2026-04-14T16:33:17.716" v="6185"/>
          <ac:spMkLst>
            <pc:docMk/>
            <pc:sldMk cId="2272189363" sldId="366"/>
            <ac:spMk id="2" creationId="{039D5F79-7071-8399-8B36-449A5324A049}"/>
          </ac:spMkLst>
        </pc:spChg>
        <pc:spChg chg="del mod">
          <ac:chgData name="QUESADA CASTILLO RANDALL JOSUE" userId="b29aff0c-7e4a-4e11-b3dc-2798a24f161e" providerId="ADAL" clId="{7F2C15F9-14F4-41C9-A6D2-58022218BE9B}" dt="2026-04-14T16:33:22.049" v="6187"/>
          <ac:spMkLst>
            <pc:docMk/>
            <pc:sldMk cId="2272189363" sldId="366"/>
            <ac:spMk id="3" creationId="{3CE379C0-9A70-7544-7938-CE9197DC09E6}"/>
          </ac:spMkLst>
        </pc:spChg>
        <pc:spChg chg="add mod">
          <ac:chgData name="QUESADA CASTILLO RANDALL JOSUE" userId="b29aff0c-7e4a-4e11-b3dc-2798a24f161e" providerId="ADAL" clId="{7F2C15F9-14F4-41C9-A6D2-58022218BE9B}" dt="2026-04-14T16:33:34.418" v="6191" actId="14100"/>
          <ac:spMkLst>
            <pc:docMk/>
            <pc:sldMk cId="2272189363" sldId="366"/>
            <ac:spMk id="4" creationId="{D2EA81C7-0775-CF0E-CBCC-D23E2CEA505C}"/>
          </ac:spMkLst>
        </pc:spChg>
        <pc:spChg chg="mod">
          <ac:chgData name="QUESADA CASTILLO RANDALL JOSUE" userId="b29aff0c-7e4a-4e11-b3dc-2798a24f161e" providerId="ADAL" clId="{7F2C15F9-14F4-41C9-A6D2-58022218BE9B}" dt="2026-04-14T16:33:12.381" v="6184"/>
          <ac:spMkLst>
            <pc:docMk/>
            <pc:sldMk cId="2272189363" sldId="366"/>
            <ac:spMk id="6" creationId="{582BC5D1-69BF-EDB3-0BA0-D1C7FA6FAD79}"/>
          </ac:spMkLst>
        </pc:spChg>
      </pc:sldChg>
      <pc:sldChg chg="addSp delSp modSp add mod">
        <pc:chgData name="QUESADA CASTILLO RANDALL JOSUE" userId="b29aff0c-7e4a-4e11-b3dc-2798a24f161e" providerId="ADAL" clId="{7F2C15F9-14F4-41C9-A6D2-58022218BE9B}" dt="2026-04-14T16:34:33.776" v="6228" actId="2710"/>
        <pc:sldMkLst>
          <pc:docMk/>
          <pc:sldMk cId="1038918061" sldId="367"/>
        </pc:sldMkLst>
        <pc:spChg chg="add">
          <ac:chgData name="QUESADA CASTILLO RANDALL JOSUE" userId="b29aff0c-7e4a-4e11-b3dc-2798a24f161e" providerId="ADAL" clId="{7F2C15F9-14F4-41C9-A6D2-58022218BE9B}" dt="2026-04-14T16:34:05.444" v="6219"/>
          <ac:spMkLst>
            <pc:docMk/>
            <pc:sldMk cId="1038918061" sldId="367"/>
            <ac:spMk id="2" creationId="{13A58831-C00C-DC77-04E9-B7A24FACA6C3}"/>
          </ac:spMkLst>
        </pc:spChg>
        <pc:spChg chg="add mod">
          <ac:chgData name="QUESADA CASTILLO RANDALL JOSUE" userId="b29aff0c-7e4a-4e11-b3dc-2798a24f161e" providerId="ADAL" clId="{7F2C15F9-14F4-41C9-A6D2-58022218BE9B}" dt="2026-04-14T16:34:33.776" v="6228" actId="2710"/>
          <ac:spMkLst>
            <pc:docMk/>
            <pc:sldMk cId="1038918061" sldId="367"/>
            <ac:spMk id="3" creationId="{896AA5A5-9977-1BD9-9AD7-1AD3FCEC49B9}"/>
          </ac:spMkLst>
        </pc:spChg>
        <pc:spChg chg="del mod">
          <ac:chgData name="QUESADA CASTILLO RANDALL JOSUE" userId="b29aff0c-7e4a-4e11-b3dc-2798a24f161e" providerId="ADAL" clId="{7F2C15F9-14F4-41C9-A6D2-58022218BE9B}" dt="2026-04-14T16:34:07.471" v="6221"/>
          <ac:spMkLst>
            <pc:docMk/>
            <pc:sldMk cId="1038918061" sldId="367"/>
            <ac:spMk id="4" creationId="{1F38CFDB-2F15-2931-4E77-FACCE9E9DFF7}"/>
          </ac:spMkLst>
        </pc:spChg>
        <pc:spChg chg="mod">
          <ac:chgData name="QUESADA CASTILLO RANDALL JOSUE" userId="b29aff0c-7e4a-4e11-b3dc-2798a24f161e" providerId="ADAL" clId="{7F2C15F9-14F4-41C9-A6D2-58022218BE9B}" dt="2026-04-14T16:34:00.340" v="6218" actId="20577"/>
          <ac:spMkLst>
            <pc:docMk/>
            <pc:sldMk cId="1038918061" sldId="367"/>
            <ac:spMk id="6" creationId="{39B5E64B-CE0E-C444-835E-F736BE39C3E6}"/>
          </ac:spMkLst>
        </pc:spChg>
      </pc:sldChg>
      <pc:sldChg chg="modSp add mod">
        <pc:chgData name="QUESADA CASTILLO RANDALL JOSUE" userId="b29aff0c-7e4a-4e11-b3dc-2798a24f161e" providerId="ADAL" clId="{7F2C15F9-14F4-41C9-A6D2-58022218BE9B}" dt="2026-04-14T16:35:22.045" v="6267"/>
        <pc:sldMkLst>
          <pc:docMk/>
          <pc:sldMk cId="934084952" sldId="368"/>
        </pc:sldMkLst>
        <pc:spChg chg="mod">
          <ac:chgData name="QUESADA CASTILLO RANDALL JOSUE" userId="b29aff0c-7e4a-4e11-b3dc-2798a24f161e" providerId="ADAL" clId="{7F2C15F9-14F4-41C9-A6D2-58022218BE9B}" dt="2026-04-14T16:35:22.045" v="6267"/>
          <ac:spMkLst>
            <pc:docMk/>
            <pc:sldMk cId="934084952" sldId="368"/>
            <ac:spMk id="3" creationId="{72F34550-AA3C-90BD-0D2A-755A021A8733}"/>
          </ac:spMkLst>
        </pc:spChg>
        <pc:spChg chg="mod">
          <ac:chgData name="QUESADA CASTILLO RANDALL JOSUE" userId="b29aff0c-7e4a-4e11-b3dc-2798a24f161e" providerId="ADAL" clId="{7F2C15F9-14F4-41C9-A6D2-58022218BE9B}" dt="2026-04-14T16:35:11.585" v="6266" actId="20577"/>
          <ac:spMkLst>
            <pc:docMk/>
            <pc:sldMk cId="934084952" sldId="368"/>
            <ac:spMk id="6" creationId="{F5AFCCC6-5676-8003-E6B1-0288FF896116}"/>
          </ac:spMkLst>
        </pc:spChg>
      </pc:sldChg>
      <pc:sldChg chg="addSp modSp add mod">
        <pc:chgData name="QUESADA CASTILLO RANDALL JOSUE" userId="b29aff0c-7e4a-4e11-b3dc-2798a24f161e" providerId="ADAL" clId="{7F2C15F9-14F4-41C9-A6D2-58022218BE9B}" dt="2026-04-14T16:36:11.329" v="6331" actId="1076"/>
        <pc:sldMkLst>
          <pc:docMk/>
          <pc:sldMk cId="2674555794" sldId="369"/>
        </pc:sldMkLst>
        <pc:spChg chg="mod">
          <ac:chgData name="QUESADA CASTILLO RANDALL JOSUE" userId="b29aff0c-7e4a-4e11-b3dc-2798a24f161e" providerId="ADAL" clId="{7F2C15F9-14F4-41C9-A6D2-58022218BE9B}" dt="2026-04-14T16:36:10.489" v="6330" actId="1076"/>
          <ac:spMkLst>
            <pc:docMk/>
            <pc:sldMk cId="2674555794" sldId="369"/>
            <ac:spMk id="3" creationId="{2C92188A-7D31-AF85-A404-66905C452806}"/>
          </ac:spMkLst>
        </pc:spChg>
        <pc:picChg chg="add mod">
          <ac:chgData name="QUESADA CASTILLO RANDALL JOSUE" userId="b29aff0c-7e4a-4e11-b3dc-2798a24f161e" providerId="ADAL" clId="{7F2C15F9-14F4-41C9-A6D2-58022218BE9B}" dt="2026-04-14T16:36:11.329" v="6331" actId="1076"/>
          <ac:picMkLst>
            <pc:docMk/>
            <pc:sldMk cId="2674555794" sldId="369"/>
            <ac:picMk id="4" creationId="{E79DCAEE-ED6F-2692-C732-B3758AFDBF07}"/>
          </ac:picMkLst>
        </pc:picChg>
      </pc:sldChg>
      <pc:sldChg chg="addSp delSp modSp add mod">
        <pc:chgData name="QUESADA CASTILLO RANDALL JOSUE" userId="b29aff0c-7e4a-4e11-b3dc-2798a24f161e" providerId="ADAL" clId="{7F2C15F9-14F4-41C9-A6D2-58022218BE9B}" dt="2026-04-14T16:36:42.085" v="6347" actId="1076"/>
        <pc:sldMkLst>
          <pc:docMk/>
          <pc:sldMk cId="3718051767" sldId="370"/>
        </pc:sldMkLst>
        <pc:spChg chg="mod">
          <ac:chgData name="QUESADA CASTILLO RANDALL JOSUE" userId="b29aff0c-7e4a-4e11-b3dc-2798a24f161e" providerId="ADAL" clId="{7F2C15F9-14F4-41C9-A6D2-58022218BE9B}" dt="2026-04-14T16:36:28.927" v="6344" actId="20577"/>
          <ac:spMkLst>
            <pc:docMk/>
            <pc:sldMk cId="3718051767" sldId="370"/>
            <ac:spMk id="3" creationId="{10652485-0B1B-B363-20C0-2737D56B1FEC}"/>
          </ac:spMkLst>
        </pc:spChg>
        <pc:picChg chg="del">
          <ac:chgData name="QUESADA CASTILLO RANDALL JOSUE" userId="b29aff0c-7e4a-4e11-b3dc-2798a24f161e" providerId="ADAL" clId="{7F2C15F9-14F4-41C9-A6D2-58022218BE9B}" dt="2026-04-14T16:36:40.051" v="6345" actId="478"/>
          <ac:picMkLst>
            <pc:docMk/>
            <pc:sldMk cId="3718051767" sldId="370"/>
            <ac:picMk id="4" creationId="{B6C501AB-A290-B0D1-9CA0-0F0F53851131}"/>
          </ac:picMkLst>
        </pc:picChg>
        <pc:picChg chg="add mod">
          <ac:chgData name="QUESADA CASTILLO RANDALL JOSUE" userId="b29aff0c-7e4a-4e11-b3dc-2798a24f161e" providerId="ADAL" clId="{7F2C15F9-14F4-41C9-A6D2-58022218BE9B}" dt="2026-04-14T16:36:42.085" v="6347" actId="1076"/>
          <ac:picMkLst>
            <pc:docMk/>
            <pc:sldMk cId="3718051767" sldId="370"/>
            <ac:picMk id="5" creationId="{67C01E10-277F-97C9-94AF-DC8AC9EE55E6}"/>
          </ac:picMkLst>
        </pc:picChg>
      </pc:sldChg>
      <pc:sldChg chg="delSp modSp add mod">
        <pc:chgData name="QUESADA CASTILLO RANDALL JOSUE" userId="b29aff0c-7e4a-4e11-b3dc-2798a24f161e" providerId="ADAL" clId="{7F2C15F9-14F4-41C9-A6D2-58022218BE9B}" dt="2026-04-14T16:37:20.835" v="6360" actId="12"/>
        <pc:sldMkLst>
          <pc:docMk/>
          <pc:sldMk cId="2731664396" sldId="371"/>
        </pc:sldMkLst>
        <pc:spChg chg="mod">
          <ac:chgData name="QUESADA CASTILLO RANDALL JOSUE" userId="b29aff0c-7e4a-4e11-b3dc-2798a24f161e" providerId="ADAL" clId="{7F2C15F9-14F4-41C9-A6D2-58022218BE9B}" dt="2026-04-14T16:37:20.835" v="6360" actId="12"/>
          <ac:spMkLst>
            <pc:docMk/>
            <pc:sldMk cId="2731664396" sldId="371"/>
            <ac:spMk id="3" creationId="{833BBA75-D35E-E74A-DC64-1570B8A5D502}"/>
          </ac:spMkLst>
        </pc:spChg>
        <pc:spChg chg="mod">
          <ac:chgData name="QUESADA CASTILLO RANDALL JOSUE" userId="b29aff0c-7e4a-4e11-b3dc-2798a24f161e" providerId="ADAL" clId="{7F2C15F9-14F4-41C9-A6D2-58022218BE9B}" dt="2026-04-14T16:37:02.607" v="6353" actId="20577"/>
          <ac:spMkLst>
            <pc:docMk/>
            <pc:sldMk cId="2731664396" sldId="371"/>
            <ac:spMk id="6" creationId="{27ADFECE-C36C-2C6A-CE64-59794DD5FD1D}"/>
          </ac:spMkLst>
        </pc:spChg>
        <pc:picChg chg="del">
          <ac:chgData name="QUESADA CASTILLO RANDALL JOSUE" userId="b29aff0c-7e4a-4e11-b3dc-2798a24f161e" providerId="ADAL" clId="{7F2C15F9-14F4-41C9-A6D2-58022218BE9B}" dt="2026-04-14T16:37:07.522" v="6354" actId="478"/>
          <ac:picMkLst>
            <pc:docMk/>
            <pc:sldMk cId="2731664396" sldId="371"/>
            <ac:picMk id="5" creationId="{E12FF213-E6BD-B001-E9E8-10D0311005C9}"/>
          </ac:picMkLst>
        </pc:pic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7FB8B65A-D69F-C26C-B67E-036EF77BF1FA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652B9064-AE57-427F-E5AF-71DE7D52FE6E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DD7406EE-1E5E-4394-B508-934A428A455A}" type="datetime1">
              <a:rPr lang="es-ES" smtClean="0"/>
              <a:t>09/06/2026</a:t>
            </a:fld>
            <a:endParaRPr lang="es-ES" dirty="0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8186157A-CEB9-B0FC-3A49-BE950AEAD6F3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E0819CA0-A57D-42D7-A625-56C22D0FA7C6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EAFF3A6F-DEFA-45E0-9496-BEE7C2C6F3D0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406002224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lang="es-ES" sz="1200"/>
            </a:lvl1pPr>
          </a:lstStyle>
          <a:p>
            <a:pPr rtl="0"/>
            <a:fld id="{920ADD3C-FF21-4216-9D7A-8A22E020B1F0}" type="datetime1">
              <a:rPr lang="es-ES" smtClean="0"/>
              <a:t>09/06/2026</a:t>
            </a:fld>
            <a:endParaRPr lang="es-E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defPPr>
              <a:defRPr lang="es-ES"/>
            </a:def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lang="es-ES" sz="1200"/>
            </a:lvl1pPr>
          </a:lstStyle>
          <a:p>
            <a:pPr rtl="0"/>
            <a:endParaRPr lang="es-E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lang="es-ES" sz="1200"/>
            </a:lvl1pPr>
          </a:lstStyle>
          <a:p>
            <a:pPr rtl="0"/>
            <a:fld id="{F97DC217-DF71-1A49-B3EA-559F1F43B0FF}" type="slidenum">
              <a:rPr lang="es-ES" smtClean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46425201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lang="es-ES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7DC217-DF71-1A49-B3EA-559F1F43B0FF}" type="slidenum">
              <a:rPr lang="es-ES" smtClean="0"/>
              <a:t>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16938584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D9F50E1-BD69-ACFC-1EB2-990DA5A5E5D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6621526-04BF-16B8-2A93-3121DD7932B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1361EA2-680D-305B-30BD-A182B8EEDA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50B019A-23FB-A906-A68F-3CE905AA3B6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7DC217-DF71-1A49-B3EA-559F1F43B0FF}" type="slidenum">
              <a:rPr lang="es-ES" smtClean="0"/>
              <a:t>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53860328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0E72CE-9969-D610-2A8A-DAE66D0B960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47B4F4B-7AE7-196A-44DD-9402906AC9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5B6B5236-C7E4-92DF-7E9A-F90DCCB29B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AA816A5-E400-E301-9159-FA1D5FFE04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7DC217-DF71-1A49-B3EA-559F1F43B0FF}" type="slidenum">
              <a:rPr lang="es-ES" smtClean="0"/>
              <a:t>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43647913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F82F6F-C69C-AF37-C236-E553E194DE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0D5F0CB-2DA7-6ECD-3640-3B76922B44B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97BB198-CA0A-8E1E-2CB5-80853DAD122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F019BD4-2561-4A3B-C076-8D5464DFBA7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7DC217-DF71-1A49-B3EA-559F1F43B0FF}" type="slidenum">
              <a:rPr lang="es-ES" smtClean="0"/>
              <a:t>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7126021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2F657C3-DF87-C829-3595-DEBDE9D191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290E26EF-6F76-3861-B888-8A407FC0622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ACC37A78-8FFE-F5D1-5689-9A4DADC896F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F6D8E6F-B880-C303-270E-7D06AD460FF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7DC217-DF71-1A49-B3EA-559F1F43B0FF}" type="slidenum">
              <a:rPr lang="es-ES" smtClean="0"/>
              <a:t>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3404108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6849F93-FA51-D344-8D1E-36B0F7BC04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12D2FF8-899E-797C-C12C-7085FFDE1EA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C414C20-7D94-FFF5-CFE5-25A1498C6CE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61FFF89-BB49-53E3-A689-533A6F0F09D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7DC217-DF71-1A49-B3EA-559F1F43B0FF}" type="slidenum">
              <a:rPr lang="es-ES" smtClean="0"/>
              <a:t>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63613540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5297100-BA7B-7E02-3FF1-B647DCCBEF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96B4644-291F-34C5-6F3F-94AC9C17D4B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554C694-EF96-9FA2-BCA1-15B92FABE05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2379923-59C6-88B4-72DB-33C034F788E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7DC217-DF71-1A49-B3EA-559F1F43B0FF}" type="slidenum">
              <a:rPr lang="es-ES" smtClean="0"/>
              <a:t>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8448893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3F4EE5-419A-91D1-7B15-801D6F3B2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A01369F3-111E-323D-FAD4-E5ECC05A06A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D55542D-544E-B25B-8617-8E82FC3E43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27869AA0-A6A5-8160-60B7-404F9BE83A0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7DC217-DF71-1A49-B3EA-559F1F43B0FF}" type="slidenum">
              <a:rPr lang="es-ES" smtClean="0"/>
              <a:t>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183822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2F4076-9D90-A3C9-0B00-A7A38ECFCD2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CBA5760-6938-ECBB-B7C2-EAE7015FB7C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E99FDEE-D1E1-90FD-55B2-6D0BBAB0540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C18A2671-0893-EBF8-0743-1FB640D9E9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7DC217-DF71-1A49-B3EA-559F1F43B0FF}" type="slidenum">
              <a:rPr lang="es-ES" smtClean="0"/>
              <a:t>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63038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B134875-AED2-DE2D-215C-48E2E3AC0CF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F5EC2AD-9175-64E4-2682-F81CB36960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0E1DC18-BCB6-54AE-3EDD-16C9B9FBCCC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536D3409-BFB9-3C40-C59B-0553138419A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7DC217-DF71-1A49-B3EA-559F1F43B0FF}" type="slidenum">
              <a:rPr lang="es-ES" smtClean="0"/>
              <a:t>10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63412574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6700873-054A-7C9A-26BA-36221EC6A2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9DC927F9-A21E-7B59-C0BD-AD94FED66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D874ABB-B2D6-0CD2-5815-3E9538FC16D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7A07881-439F-0EB1-E450-BF6288E81EB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7DC217-DF71-1A49-B3EA-559F1F43B0FF}" type="slidenum">
              <a:rPr lang="es-ES" smtClean="0"/>
              <a:t>11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39951270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65A572-DA32-D896-A5F3-F1E7F94EB1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074E869F-113E-731A-75EA-0BD2F2BE41D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E1A6CA1-11B0-90BD-6F4B-84186DAE19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3777D1D-9938-0864-01B3-AF6434B8B4A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7DC217-DF71-1A49-B3EA-559F1F43B0FF}" type="slidenum">
              <a:rPr lang="es-ES" smtClean="0"/>
              <a:t>12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096071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8D588EE-C242-06D5-5D7B-D4267C1D94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8E26A9B5-1623-2C7A-F293-9FD9ADE50F7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65156BD-6D16-475B-7C88-5FD0012F9C0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86705776-D3A2-69AA-C7E7-F6A03E75D5A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7DC217-DF71-1A49-B3EA-559F1F43B0FF}" type="slidenum">
              <a:rPr lang="es-ES" smtClean="0"/>
              <a:t>13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545602599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36B734-2CC9-44AC-ABB0-A39BA1AB0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EB07FFC-0C92-7346-47D2-0CA333D4D9D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8357F38-92D5-08BB-90EA-71EF99AFF474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EC72287-1A1D-4854-2F0C-BFC244B62DE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7DC217-DF71-1A49-B3EA-559F1F43B0FF}" type="slidenum">
              <a:rPr lang="es-ES" smtClean="0"/>
              <a:t>14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4787749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1A163D8-1E2B-5DF3-3F2D-C3590277F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C276297B-5F53-455A-B4A3-2BA176425D0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6A6024E1-CBB7-41EB-33D1-DA79FBC4264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4794CDC8-3138-577C-AE1F-23A1A5B5FBB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7DC217-DF71-1A49-B3EA-559F1F43B0FF}" type="slidenum">
              <a:rPr lang="es-ES" smtClean="0"/>
              <a:t>15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08216388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01CE70-2D7A-4B05-9853-44ADB7A8337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6A84A4B6-A404-1E5C-3EB1-D5490B79F4F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8B3C1DF7-A897-6A12-3403-48DB0D8BB4D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08881089-BF87-0AD5-DB51-D1BE348787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7DC217-DF71-1A49-B3EA-559F1F43B0FF}" type="slidenum">
              <a:rPr lang="es-ES" smtClean="0"/>
              <a:t>16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7037604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9F89D79-0E5A-0B24-8469-2ED0F75BD65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A7C928A-7E9B-50FB-C9D0-9B908E55A9C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B1F58043-7042-196A-32F0-4F33BF5B8BE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F9B817CD-782C-C064-713A-997745E0B47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7DC217-DF71-1A49-B3EA-559F1F43B0FF}" type="slidenum">
              <a:rPr lang="es-ES" smtClean="0"/>
              <a:t>17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156262663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3B6A250-2A70-EAFE-08BA-D518DD800F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E5EDA377-24FA-1F0B-DD4E-816C23BCCFD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FCAA57D-F301-ACBF-8273-2A6DD9ABB8A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EF10627-25AE-34D5-006E-02CFE4A568C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7DC217-DF71-1A49-B3EA-559F1F43B0FF}" type="slidenum">
              <a:rPr lang="es-ES" smtClean="0"/>
              <a:t>18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10121972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31C1127-EB4F-41FC-FB0A-B263C5FBFB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466504A8-F103-527C-9F20-4B496136C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7FEF0F97-2245-735F-CB24-D11D72D4981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1ABC25F-E127-4826-2FF5-706DA9B7635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7DC217-DF71-1A49-B3EA-559F1F43B0FF}" type="slidenum">
              <a:rPr lang="es-ES" smtClean="0"/>
              <a:t>19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940971402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 rtlCol="0"/>
          <a:lstStyle>
            <a:defPPr>
              <a:defRPr lang="es-ES"/>
            </a:defPPr>
          </a:lstStyle>
          <a:p>
            <a:pPr rtl="0"/>
            <a:fld id="{F97DC217-DF71-1A49-B3EA-559F1F43B0FF}" type="slidenum">
              <a:rPr lang="es-ES" smtClean="0"/>
              <a:t>20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9900866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ángulo 3">
            <a:extLst>
              <a:ext uri="{FF2B5EF4-FFF2-40B4-BE49-F238E27FC236}">
                <a16:creationId xmlns:a16="http://schemas.microsoft.com/office/drawing/2014/main" id="{9AC79249-FDC0-364D-A734-AE1DE1605D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/>
          <p:nvPr userDrawn="1"/>
        </p:nvSpPr>
        <p:spPr>
          <a:xfrm>
            <a:off x="0" y="4572000"/>
            <a:ext cx="12192000" cy="2286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s-ES"/>
            </a:defPPr>
          </a:lstStyle>
          <a:p>
            <a:pPr algn="ctr" rtl="0"/>
            <a:endParaRPr lang="es-ES" dirty="0"/>
          </a:p>
        </p:txBody>
      </p:sp>
      <p:grpSp>
        <p:nvGrpSpPr>
          <p:cNvPr id="7" name="Grupo 6">
            <a:extLst>
              <a:ext uri="{FF2B5EF4-FFF2-40B4-BE49-F238E27FC236}">
                <a16:creationId xmlns:a16="http://schemas.microsoft.com/office/drawing/2014/main" id="{13537B6D-42A5-F449-2691-321A167F7C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3419"/>
            <a:ext cx="12192000" cy="6861419"/>
            <a:chOff x="0" y="-3419"/>
            <a:chExt cx="12192000" cy="6861419"/>
          </a:xfrm>
        </p:grpSpPr>
        <p:sp>
          <p:nvSpPr>
            <p:cNvPr id="5" name="Elipse 4">
              <a:extLst>
                <a:ext uri="{FF2B5EF4-FFF2-40B4-BE49-F238E27FC236}">
                  <a16:creationId xmlns:a16="http://schemas.microsoft.com/office/drawing/2014/main" id="{902465C8-266D-104C-9C49-323DF4A8277E}"/>
                </a:ext>
              </a:extLst>
            </p:cNvPr>
            <p:cNvSpPr/>
            <p:nvPr userDrawn="1"/>
          </p:nvSpPr>
          <p:spPr>
            <a:xfrm>
              <a:off x="583746" y="4960030"/>
              <a:ext cx="1551214" cy="1551214"/>
            </a:xfrm>
            <a:prstGeom prst="ellipse">
              <a:avLst/>
            </a:prstGeom>
            <a:solidFill>
              <a:schemeClr val="tx2"/>
            </a:solidFill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11" name="Forma libre 10">
              <a:extLst>
                <a:ext uri="{FF2B5EF4-FFF2-40B4-BE49-F238E27FC236}">
                  <a16:creationId xmlns:a16="http://schemas.microsoft.com/office/drawing/2014/main" id="{37979A1C-BF60-B345-A664-2E4F7A3461EB}"/>
                </a:ext>
              </a:extLst>
            </p:cNvPr>
            <p:cNvSpPr/>
            <p:nvPr userDrawn="1"/>
          </p:nvSpPr>
          <p:spPr>
            <a:xfrm>
              <a:off x="1" y="4571999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9" name="Forma libre 8">
              <a:extLst>
                <a:ext uri="{FF2B5EF4-FFF2-40B4-BE49-F238E27FC236}">
                  <a16:creationId xmlns:a16="http://schemas.microsoft.com/office/drawing/2014/main" id="{58080B3E-915C-2D4C-8608-596E1BFD6387}"/>
                </a:ext>
              </a:extLst>
            </p:cNvPr>
            <p:cNvSpPr/>
            <p:nvPr userDrawn="1"/>
          </p:nvSpPr>
          <p:spPr>
            <a:xfrm>
              <a:off x="1" y="5739492"/>
              <a:ext cx="1118508" cy="1118508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-3419"/>
              <a:ext cx="3927573" cy="3165022"/>
              <a:chOff x="9857014" y="13834"/>
              <a:chExt cx="2334986" cy="1881641"/>
            </a:xfrm>
          </p:grpSpPr>
          <p:sp>
            <p:nvSpPr>
              <p:cNvPr id="15" name="Forma libre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/>
              </a:p>
            </p:txBody>
          </p:sp>
          <p:sp>
            <p:nvSpPr>
              <p:cNvPr id="16" name="Forma libre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/>
              </a:p>
            </p:txBody>
          </p:sp>
        </p:grpSp>
        <p:sp>
          <p:nvSpPr>
            <p:cNvPr id="22" name="Forma libre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28" name="Forma libre 27">
              <a:extLst>
                <a:ext uri="{FF2B5EF4-FFF2-40B4-BE49-F238E27FC236}">
                  <a16:creationId xmlns:a16="http://schemas.microsoft.com/office/drawing/2014/main" id="{9E240E8A-950E-7946-826C-415CB5DACA43}"/>
                </a:ext>
              </a:extLst>
            </p:cNvPr>
            <p:cNvSpPr/>
            <p:nvPr userDrawn="1"/>
          </p:nvSpPr>
          <p:spPr>
            <a:xfrm>
              <a:off x="11024507" y="4580708"/>
              <a:ext cx="1167493" cy="2277292"/>
            </a:xfrm>
            <a:custGeom>
              <a:avLst/>
              <a:gdLst>
                <a:gd name="connsiteX0" fmla="*/ 1167473 w 1167493"/>
                <a:gd name="connsiteY0" fmla="*/ 0 h 2272167"/>
                <a:gd name="connsiteX1" fmla="*/ 1167493 w 1167493"/>
                <a:gd name="connsiteY1" fmla="*/ 0 h 2272167"/>
                <a:gd name="connsiteX2" fmla="*/ 1167493 w 1167493"/>
                <a:gd name="connsiteY2" fmla="*/ 492960 h 2272167"/>
                <a:gd name="connsiteX3" fmla="*/ 1167493 w 1167493"/>
                <a:gd name="connsiteY3" fmla="*/ 720385 h 2272167"/>
                <a:gd name="connsiteX4" fmla="*/ 1167493 w 1167493"/>
                <a:gd name="connsiteY4" fmla="*/ 2272167 h 2272167"/>
                <a:gd name="connsiteX5" fmla="*/ 0 w 1167493"/>
                <a:gd name="connsiteY5" fmla="*/ 2272167 h 2272167"/>
                <a:gd name="connsiteX6" fmla="*/ 0 w 1167493"/>
                <a:gd name="connsiteY6" fmla="*/ 1898074 h 2272167"/>
                <a:gd name="connsiteX7" fmla="*/ 0 w 1167493"/>
                <a:gd name="connsiteY7" fmla="*/ 1271597 h 2272167"/>
                <a:gd name="connsiteX8" fmla="*/ 0 w 1167493"/>
                <a:gd name="connsiteY8" fmla="*/ 1177688 h 2272167"/>
                <a:gd name="connsiteX9" fmla="*/ 1048124 w 1167493"/>
                <a:gd name="connsiteY9" fmla="*/ 6080 h 2272167"/>
                <a:gd name="connsiteX10" fmla="*/ 1167473 w 1167493"/>
                <a:gd name="connsiteY10" fmla="*/ 0 h 2272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</a:cxnLst>
              <a:rect l="l" t="t" r="r" b="b"/>
              <a:pathLst>
                <a:path w="1167493" h="2272167">
                  <a:moveTo>
                    <a:pt x="1167473" y="0"/>
                  </a:moveTo>
                  <a:lnTo>
                    <a:pt x="1167493" y="0"/>
                  </a:lnTo>
                  <a:lnTo>
                    <a:pt x="1167493" y="492960"/>
                  </a:lnTo>
                  <a:lnTo>
                    <a:pt x="1167493" y="720385"/>
                  </a:lnTo>
                  <a:lnTo>
                    <a:pt x="1167493" y="2272167"/>
                  </a:lnTo>
                  <a:lnTo>
                    <a:pt x="0" y="2272167"/>
                  </a:lnTo>
                  <a:lnTo>
                    <a:pt x="0" y="1898074"/>
                  </a:lnTo>
                  <a:lnTo>
                    <a:pt x="0" y="1271597"/>
                  </a:lnTo>
                  <a:lnTo>
                    <a:pt x="0" y="1177688"/>
                  </a:lnTo>
                  <a:cubicBezTo>
                    <a:pt x="0" y="567919"/>
                    <a:pt x="459408" y="66389"/>
                    <a:pt x="1048124" y="6080"/>
                  </a:cubicBezTo>
                  <a:lnTo>
                    <a:pt x="1167473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3" y="232913"/>
            <a:ext cx="7096933" cy="3830130"/>
          </a:xfrm>
        </p:spPr>
        <p:txBody>
          <a:bodyPr rtlCol="0" anchor="b">
            <a:noAutofit/>
          </a:bodyPr>
          <a:lstStyle>
            <a:lvl1pPr algn="l">
              <a:defRPr lang="es-ES" sz="6000" b="1"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</p:spTree>
    <p:extLst>
      <p:ext uri="{BB962C8B-B14F-4D97-AF65-F5344CB8AC3E}">
        <p14:creationId xmlns:p14="http://schemas.microsoft.com/office/powerpoint/2010/main" val="29164985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conteni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o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orma libre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5" name="Forma libre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>
                <a:latin typeface="+mn-lt"/>
              </a:endParaRPr>
            </a:p>
          </p:txBody>
        </p:sp>
        <p:sp>
          <p:nvSpPr>
            <p:cNvPr id="6" name="Forma libre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orma libre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latin typeface="+mn-lt"/>
                </a:endParaRPr>
              </a:p>
            </p:txBody>
          </p:sp>
          <p:sp>
            <p:nvSpPr>
              <p:cNvPr id="8" name="Forma libre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latin typeface="+mn-lt"/>
                </a:endParaRPr>
              </a:p>
            </p:txBody>
          </p:sp>
        </p:grp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58864" y="102021"/>
            <a:ext cx="9779183" cy="1744415"/>
          </a:xfrm>
        </p:spPr>
        <p:txBody>
          <a:bodyPr rtlCol="0" anchor="b">
            <a:noAutofit/>
          </a:bodyPr>
          <a:lstStyle>
            <a:lvl1pPr>
              <a:defRPr lang="es-ES" sz="4200" b="1"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58865" y="2017467"/>
            <a:ext cx="9779182" cy="3366815"/>
          </a:xfrm>
        </p:spPr>
        <p:txBody>
          <a:bodyPr rtlCol="0">
            <a:normAutofit/>
          </a:bodyPr>
          <a:lstStyle>
            <a:lvl1pPr marL="0" indent="0">
              <a:buNone/>
              <a:defRPr lang="es-ES">
                <a:latin typeface="+mn-lt"/>
              </a:defRPr>
            </a:lvl1pPr>
            <a:lvl2pPr marL="457200" indent="0">
              <a:buNone/>
              <a:defRPr lang="es-ES">
                <a:latin typeface="+mn-lt"/>
              </a:defRPr>
            </a:lvl2pPr>
            <a:lvl3pPr marL="914400" indent="0">
              <a:buNone/>
              <a:defRPr lang="es-ES">
                <a:latin typeface="+mn-lt"/>
              </a:defRPr>
            </a:lvl3pPr>
            <a:lvl4pPr marL="1371600" indent="0">
              <a:buNone/>
              <a:defRPr lang="es-ES">
                <a:latin typeface="+mn-lt"/>
              </a:defRPr>
            </a:lvl4pPr>
            <a:lvl5pPr marL="1828800" indent="0">
              <a:buNone/>
              <a:defRPr lang="es-ES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0" name="Marcador de fecha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es-ES"/>
              <a:t>8/9/20XX</a:t>
            </a:r>
          </a:p>
        </p:txBody>
      </p:sp>
      <p:sp>
        <p:nvSpPr>
          <p:cNvPr id="11" name="Marcador de pie de página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es-ES" dirty="0"/>
          </a:p>
        </p:txBody>
      </p:sp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s-ES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7822712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e imagen derech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o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flipH="1"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orma libre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5" name="Forma libre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>
                <a:latin typeface="+mn-lt"/>
              </a:endParaRPr>
            </a:p>
          </p:txBody>
        </p:sp>
        <p:sp>
          <p:nvSpPr>
            <p:cNvPr id="6" name="Forma libre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orma libre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latin typeface="+mn-lt"/>
                </a:endParaRPr>
              </a:p>
            </p:txBody>
          </p:sp>
          <p:sp>
            <p:nvSpPr>
              <p:cNvPr id="8" name="Forma libre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latin typeface="+mn-lt"/>
                </a:endParaRPr>
              </a:p>
            </p:txBody>
          </p:sp>
        </p:grp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71600"/>
            <a:ext cx="5486400" cy="4114800"/>
          </a:xfrm>
        </p:spPr>
        <p:txBody>
          <a:bodyPr rtlCol="0" anchor="ctr" anchorCtr="0">
            <a:noAutofit/>
          </a:bodyPr>
          <a:lstStyle>
            <a:lvl1pPr>
              <a:defRPr lang="es-ES" sz="6000" b="1"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5" name="Marcador de posición de imagen 14">
            <a:extLst>
              <a:ext uri="{FF2B5EF4-FFF2-40B4-BE49-F238E27FC236}">
                <a16:creationId xmlns:a16="http://schemas.microsoft.com/office/drawing/2014/main" id="{3124234B-E1C4-2616-9993-A23142AA69B2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7183438" y="1168400"/>
            <a:ext cx="4500562" cy="4521200"/>
          </a:xfrm>
          <a:prstGeom prst="ellipse">
            <a:avLst/>
          </a:prstGeom>
          <a:solidFill>
            <a:schemeClr val="accent2"/>
          </a:solidFill>
        </p:spPr>
        <p:txBody>
          <a:bodyPr rtlCol="0"/>
          <a:lstStyle>
            <a:lvl1pPr marL="0" indent="0" algn="ctr">
              <a:buNone/>
              <a:defRPr lang="es-ES" sz="2000"/>
            </a:lvl1pPr>
          </a:lstStyle>
          <a:p>
            <a:pPr rtl="0"/>
            <a:r>
              <a:rPr lang="es-ES"/>
              <a:t>Haga clic en el icono para agregar una imagen</a:t>
            </a:r>
          </a:p>
        </p:txBody>
      </p:sp>
      <p:sp>
        <p:nvSpPr>
          <p:cNvPr id="10" name="Marcador de fecha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es-ES"/>
              <a:t>8/9/20XX</a:t>
            </a:r>
          </a:p>
        </p:txBody>
      </p:sp>
      <p:sp>
        <p:nvSpPr>
          <p:cNvPr id="11" name="Marcador de pie de página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es-ES" dirty="0"/>
          </a:p>
        </p:txBody>
      </p:sp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s-ES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49126679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ítulo e imagen izquier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o 12">
            <a:extLst>
              <a:ext uri="{FF2B5EF4-FFF2-40B4-BE49-F238E27FC236}">
                <a16:creationId xmlns:a16="http://schemas.microsoft.com/office/drawing/2014/main" id="{AC10D125-AB73-D276-4947-94204736A30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orma libre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5" name="Forma libre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>
                <a:latin typeface="+mn-lt"/>
              </a:endParaRPr>
            </a:p>
          </p:txBody>
        </p:sp>
        <p:sp>
          <p:nvSpPr>
            <p:cNvPr id="6" name="Forma libre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orma libre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latin typeface="+mn-lt"/>
                </a:endParaRPr>
              </a:p>
            </p:txBody>
          </p:sp>
          <p:sp>
            <p:nvSpPr>
              <p:cNvPr id="8" name="Forma libre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latin typeface="+mn-lt"/>
                </a:endParaRPr>
              </a:p>
            </p:txBody>
          </p:sp>
        </p:grp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5943600" y="457200"/>
            <a:ext cx="5120640" cy="3200400"/>
          </a:xfrm>
        </p:spPr>
        <p:txBody>
          <a:bodyPr rtlCol="0" anchor="b" anchorCtr="0">
            <a:noAutofit/>
          </a:bodyPr>
          <a:lstStyle>
            <a:lvl1pPr>
              <a:defRPr lang="es-ES" sz="6000" b="1"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8763DBBF-E63D-81E5-E7CE-32F6F2C2F935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5943598" y="3657600"/>
            <a:ext cx="5120640" cy="1828800"/>
          </a:xfrm>
        </p:spPr>
        <p:txBody>
          <a:bodyPr rtlCol="0" anchor="t" anchorCtr="0">
            <a:noAutofit/>
          </a:bodyPr>
          <a:lstStyle>
            <a:lvl1pPr marL="0" indent="0" algn="l">
              <a:buNone/>
              <a:defRPr lang="es-ES" sz="3200">
                <a:latin typeface="+mn-lt"/>
              </a:defRPr>
            </a:lvl1pPr>
            <a:lvl2pPr marL="457200" indent="0" algn="ctr">
              <a:buNone/>
              <a:defRPr lang="es-ES" sz="2000"/>
            </a:lvl2pPr>
            <a:lvl3pPr marL="914400" indent="0" algn="ctr">
              <a:buNone/>
              <a:defRPr lang="es-ES" sz="1800"/>
            </a:lvl3pPr>
            <a:lvl4pPr marL="1371600" indent="0" algn="ctr">
              <a:buNone/>
              <a:defRPr lang="es-ES" sz="1600"/>
            </a:lvl4pPr>
            <a:lvl5pPr marL="1828800" indent="0" algn="ctr">
              <a:buNone/>
              <a:defRPr lang="es-ES" sz="1600"/>
            </a:lvl5pPr>
            <a:lvl6pPr marL="2286000" indent="0" algn="ctr">
              <a:buNone/>
              <a:defRPr lang="es-ES" sz="1600"/>
            </a:lvl6pPr>
            <a:lvl7pPr marL="2743200" indent="0" algn="ctr">
              <a:buNone/>
              <a:defRPr lang="es-ES" sz="1600"/>
            </a:lvl7pPr>
            <a:lvl8pPr marL="3200400" indent="0" algn="ctr">
              <a:buNone/>
              <a:defRPr lang="es-ES" sz="1600"/>
            </a:lvl8pPr>
            <a:lvl9pPr marL="3657600" indent="0" algn="ctr">
              <a:buNone/>
              <a:defRPr lang="es-ES" sz="1600"/>
            </a:lvl9pPr>
          </a:lstStyle>
          <a:p>
            <a:pPr rtl="0"/>
            <a:r>
              <a:rPr lang="es-ES"/>
              <a:t>Haga clic para agregar un subtítulo</a:t>
            </a:r>
          </a:p>
        </p:txBody>
      </p:sp>
      <p:sp>
        <p:nvSpPr>
          <p:cNvPr id="15" name="Marcador de posición de imagen 14">
            <a:extLst>
              <a:ext uri="{FF2B5EF4-FFF2-40B4-BE49-F238E27FC236}">
                <a16:creationId xmlns:a16="http://schemas.microsoft.com/office/drawing/2014/main" id="{64033732-ADA1-C540-7276-3FF5CDEF2C5E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904238" y="1157224"/>
            <a:ext cx="4500562" cy="4521200"/>
          </a:xfrm>
          <a:prstGeom prst="ellipse">
            <a:avLst/>
          </a:prstGeom>
          <a:solidFill>
            <a:schemeClr val="accent2"/>
          </a:solidFill>
        </p:spPr>
        <p:txBody>
          <a:bodyPr rtlCol="0"/>
          <a:lstStyle>
            <a:lvl1pPr marL="0" indent="0" algn="ctr">
              <a:buNone/>
              <a:defRPr lang="es-ES" sz="2000"/>
            </a:lvl1pPr>
          </a:lstStyle>
          <a:p>
            <a:pPr rtl="0"/>
            <a:r>
              <a:rPr lang="es-ES"/>
              <a:t>Haga clic en el icono para agregar una imagen</a:t>
            </a:r>
          </a:p>
        </p:txBody>
      </p:sp>
      <p:sp>
        <p:nvSpPr>
          <p:cNvPr id="10" name="Marcador de fecha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es-ES"/>
              <a:t>8/9/20XX</a:t>
            </a:r>
          </a:p>
        </p:txBody>
      </p:sp>
      <p:sp>
        <p:nvSpPr>
          <p:cNvPr id="11" name="Marcador de pie de página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es-ES" dirty="0"/>
          </a:p>
        </p:txBody>
      </p:sp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s-ES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8238562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 2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upo 1">
            <a:extLst>
              <a:ext uri="{FF2B5EF4-FFF2-40B4-BE49-F238E27FC236}">
                <a16:creationId xmlns:a16="http://schemas.microsoft.com/office/drawing/2014/main" id="{CCEDB282-8288-C81F-52B5-048A3E80C93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208822" cy="6858003"/>
            <a:chOff x="0" y="-1"/>
            <a:chExt cx="12208822" cy="6858003"/>
          </a:xfrm>
        </p:grpSpPr>
        <p:sp>
          <p:nvSpPr>
            <p:cNvPr id="7" name="Rectángulo 6">
              <a:extLst>
                <a:ext uri="{FF2B5EF4-FFF2-40B4-BE49-F238E27FC236}">
                  <a16:creationId xmlns:a16="http://schemas.microsoft.com/office/drawing/2014/main" id="{2A62587F-7496-384A-AF40-18FC8CF0709D}"/>
                </a:ext>
              </a:extLst>
            </p:cNvPr>
            <p:cNvSpPr/>
            <p:nvPr userDrawn="1"/>
          </p:nvSpPr>
          <p:spPr>
            <a:xfrm>
              <a:off x="0" y="2286002"/>
              <a:ext cx="12208822" cy="4572000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12" name="Forma libre 11">
              <a:extLst>
                <a:ext uri="{FF2B5EF4-FFF2-40B4-BE49-F238E27FC236}">
                  <a16:creationId xmlns:a16="http://schemas.microsoft.com/office/drawing/2014/main" id="{84DB028B-A475-224B-B675-A15A56CAD0BF}"/>
                </a:ext>
              </a:extLst>
            </p:cNvPr>
            <p:cNvSpPr/>
            <p:nvPr userDrawn="1"/>
          </p:nvSpPr>
          <p:spPr>
            <a:xfrm flipH="1">
              <a:off x="8597718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14" name="Forma libre 13">
              <a:extLst>
                <a:ext uri="{FF2B5EF4-FFF2-40B4-BE49-F238E27FC236}">
                  <a16:creationId xmlns:a16="http://schemas.microsoft.com/office/drawing/2014/main" id="{61C34955-105B-4D4D-B51D-754C5D38A85D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15" name="Forma libre 14">
              <a:extLst>
                <a:ext uri="{FF2B5EF4-FFF2-40B4-BE49-F238E27FC236}">
                  <a16:creationId xmlns:a16="http://schemas.microsoft.com/office/drawing/2014/main" id="{2734DEB1-EC02-2E42-9292-4ADD115060A5}"/>
                </a:ext>
              </a:extLst>
            </p:cNvPr>
            <p:cNvSpPr/>
            <p:nvPr userDrawn="1"/>
          </p:nvSpPr>
          <p:spPr>
            <a:xfrm rot="5400000" flipH="1" flipV="1">
              <a:off x="10344100" y="438098"/>
              <a:ext cx="2285999" cy="1409801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</p:grpSp>
      <p:sp>
        <p:nvSpPr>
          <p:cNvPr id="13" name="Título 1">
            <a:extLst>
              <a:ext uri="{FF2B5EF4-FFF2-40B4-BE49-F238E27FC236}">
                <a16:creationId xmlns:a16="http://schemas.microsoft.com/office/drawing/2014/main" id="{5E932F0D-7FC3-634B-932C-3625C16C8DE2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45085"/>
            <a:ext cx="9779183" cy="1600835"/>
          </a:xfrm>
        </p:spPr>
        <p:txBody>
          <a:bodyPr rtlCol="0" anchor="b">
            <a:noAutofit/>
          </a:bodyPr>
          <a:lstStyle>
            <a:lvl1pPr>
              <a:defRPr lang="es-ES" sz="4200" b="1"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A1EED44-783E-8705-4119-D7E9F7D4F2B4}"/>
              </a:ext>
            </a:extLst>
          </p:cNvPr>
          <p:cNvSpPr>
            <a:spLocks noGrp="1"/>
          </p:cNvSpPr>
          <p:nvPr>
            <p:ph idx="14" hasCustomPrompt="1"/>
          </p:nvPr>
        </p:nvSpPr>
        <p:spPr>
          <a:xfrm>
            <a:off x="1166087" y="2652713"/>
            <a:ext cx="9780587" cy="3436936"/>
          </a:xfrm>
        </p:spPr>
        <p:txBody>
          <a:bodyPr rtlCol="0">
            <a:normAutofit/>
          </a:bodyPr>
          <a:lstStyle>
            <a:lvl1pPr marL="342900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1pPr>
            <a:lvl2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2pPr>
            <a:lvl3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3pPr>
            <a:lvl4pPr marL="1097280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4pPr>
            <a:lvl5pPr marL="1371600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8E95D4F5-F69B-42F6-8A9D-330F696E14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r>
              <a:rPr lang="es-ES"/>
              <a:t>8/9/20XX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FA79A23A-2238-4904-8692-9F2DAE8B8F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 rtlCol="0">
            <a:noAutofit/>
          </a:bodyPr>
          <a:lstStyle>
            <a:lvl1pPr>
              <a:defRPr lang="es-ES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DB69FC35-DDC8-45FB-8ACB-21C15F57C1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206318" y="6356350"/>
            <a:ext cx="1604682" cy="365125"/>
          </a:xfrm>
        </p:spPr>
        <p:txBody>
          <a:bodyPr rtlCol="0">
            <a:noAutofit/>
          </a:bodyPr>
          <a:lstStyle>
            <a:lvl1pPr>
              <a:defRPr lang="es-ES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288317691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ítul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upo 3">
            <a:extLst>
              <a:ext uri="{FF2B5EF4-FFF2-40B4-BE49-F238E27FC236}">
                <a16:creationId xmlns:a16="http://schemas.microsoft.com/office/drawing/2014/main" id="{95FBCE6F-2AA9-31FE-8148-33B48073559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0"/>
            <a:ext cx="12192000" cy="6858000"/>
            <a:chOff x="0" y="0"/>
            <a:chExt cx="12192000" cy="6858000"/>
          </a:xfrm>
        </p:grpSpPr>
        <p:sp>
          <p:nvSpPr>
            <p:cNvPr id="23" name="Forma libre 22">
              <a:extLst>
                <a:ext uri="{FF2B5EF4-FFF2-40B4-BE49-F238E27FC236}">
                  <a16:creationId xmlns:a16="http://schemas.microsoft.com/office/drawing/2014/main" id="{067EACEC-C2DD-EA42-8504-176673AD1F20}"/>
                </a:ext>
              </a:extLst>
            </p:cNvPr>
            <p:cNvSpPr/>
            <p:nvPr userDrawn="1"/>
          </p:nvSpPr>
          <p:spPr>
            <a:xfrm>
              <a:off x="0" y="0"/>
              <a:ext cx="8025490" cy="6858000"/>
            </a:xfrm>
            <a:custGeom>
              <a:avLst/>
              <a:gdLst>
                <a:gd name="connsiteX0" fmla="*/ 0 w 8025490"/>
                <a:gd name="connsiteY0" fmla="*/ 0 h 6858000"/>
                <a:gd name="connsiteX1" fmla="*/ 4596490 w 8025490"/>
                <a:gd name="connsiteY1" fmla="*/ 0 h 6858000"/>
                <a:gd name="connsiteX2" fmla="*/ 8025490 w 8025490"/>
                <a:gd name="connsiteY2" fmla="*/ 3429000 h 6858000"/>
                <a:gd name="connsiteX3" fmla="*/ 4596490 w 8025490"/>
                <a:gd name="connsiteY3" fmla="*/ 6858000 h 6858000"/>
                <a:gd name="connsiteX4" fmla="*/ 0 w 8025490"/>
                <a:gd name="connsiteY4" fmla="*/ 6858000 h 68580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8025490" h="6858000">
                  <a:moveTo>
                    <a:pt x="0" y="0"/>
                  </a:moveTo>
                  <a:lnTo>
                    <a:pt x="4596490" y="0"/>
                  </a:lnTo>
                  <a:cubicBezTo>
                    <a:pt x="6490274" y="0"/>
                    <a:pt x="8025490" y="1535216"/>
                    <a:pt x="8025490" y="3429000"/>
                  </a:cubicBezTo>
                  <a:cubicBezTo>
                    <a:pt x="8025490" y="5322784"/>
                    <a:pt x="6490274" y="6858000"/>
                    <a:pt x="4596490" y="6858000"/>
                  </a:cubicBezTo>
                  <a:lnTo>
                    <a:pt x="0" y="685800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89843C7E-5704-7A46-8974-F3BFA42E7310}"/>
                </a:ext>
              </a:extLst>
            </p:cNvPr>
            <p:cNvGrpSpPr/>
            <p:nvPr userDrawn="1"/>
          </p:nvGrpSpPr>
          <p:grpSpPr>
            <a:xfrm rot="16200000">
              <a:off x="8286528" y="2207195"/>
              <a:ext cx="3032351" cy="2443610"/>
              <a:chOff x="9857014" y="13834"/>
              <a:chExt cx="2334986" cy="1881641"/>
            </a:xfrm>
          </p:grpSpPr>
          <p:sp>
            <p:nvSpPr>
              <p:cNvPr id="15" name="Forma libre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/>
              </a:p>
            </p:txBody>
          </p:sp>
          <p:sp>
            <p:nvSpPr>
              <p:cNvPr id="16" name="Forma libre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/>
              </a:p>
            </p:txBody>
          </p:sp>
        </p:grpSp>
        <p:sp>
          <p:nvSpPr>
            <p:cNvPr id="17" name="Forma libre 16">
              <a:extLst>
                <a:ext uri="{FF2B5EF4-FFF2-40B4-BE49-F238E27FC236}">
                  <a16:creationId xmlns:a16="http://schemas.microsoft.com/office/drawing/2014/main" id="{0B179973-08D2-EF40-B516-35E75E906394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18" name="Forma libre 17">
              <a:extLst>
                <a:ext uri="{FF2B5EF4-FFF2-40B4-BE49-F238E27FC236}">
                  <a16:creationId xmlns:a16="http://schemas.microsoft.com/office/drawing/2014/main" id="{6C811FF3-E48A-194D-8022-65F8C3A17449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4" y="177553"/>
            <a:ext cx="6245912" cy="3269447"/>
          </a:xfrm>
        </p:spPr>
        <p:txBody>
          <a:bodyPr bIns="0" rtlCol="0" anchor="b">
            <a:noAutofit/>
          </a:bodyPr>
          <a:lstStyle>
            <a:lvl1pPr algn="l">
              <a:defRPr lang="es-ES" sz="6000" b="1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4" y="3492896"/>
            <a:ext cx="6245912" cy="912850"/>
          </a:xfrm>
        </p:spPr>
        <p:txBody>
          <a:bodyPr rtlCol="0" anchor="ctr" anchorCtr="0">
            <a:noAutofit/>
          </a:bodyPr>
          <a:lstStyle>
            <a:lvl1pPr marL="0" indent="0" algn="l">
              <a:buNone/>
              <a:defRPr lang="es-ES" sz="3200">
                <a:solidFill>
                  <a:schemeClr val="bg1"/>
                </a:solidFill>
                <a:latin typeface="+mn-lt"/>
              </a:defRPr>
            </a:lvl1pPr>
            <a:lvl2pPr marL="457200" indent="0" algn="ctr">
              <a:buNone/>
              <a:defRPr lang="es-ES" sz="2000"/>
            </a:lvl2pPr>
            <a:lvl3pPr marL="914400" indent="0" algn="ctr">
              <a:buNone/>
              <a:defRPr lang="es-ES" sz="1800"/>
            </a:lvl3pPr>
            <a:lvl4pPr marL="1371600" indent="0" algn="ctr">
              <a:buNone/>
              <a:defRPr lang="es-ES" sz="1600"/>
            </a:lvl4pPr>
            <a:lvl5pPr marL="1828800" indent="0" algn="ctr">
              <a:buNone/>
              <a:defRPr lang="es-ES" sz="1600"/>
            </a:lvl5pPr>
            <a:lvl6pPr marL="2286000" indent="0" algn="ctr">
              <a:buNone/>
              <a:defRPr lang="es-ES" sz="1600"/>
            </a:lvl6pPr>
            <a:lvl7pPr marL="2743200" indent="0" algn="ctr">
              <a:buNone/>
              <a:defRPr lang="es-ES" sz="1600"/>
            </a:lvl7pPr>
            <a:lvl8pPr marL="3200400" indent="0" algn="ctr">
              <a:buNone/>
              <a:defRPr lang="es-ES" sz="1600"/>
            </a:lvl8pPr>
            <a:lvl9pPr marL="3657600" indent="0" algn="ctr">
              <a:buNone/>
              <a:defRPr lang="es-ES" sz="1600"/>
            </a:lvl9pPr>
          </a:lstStyle>
          <a:p>
            <a:pPr rtl="0"/>
            <a:r>
              <a:rPr lang="es-ES"/>
              <a:t>Haga clic para agregar un subtítulo</a:t>
            </a:r>
          </a:p>
        </p:txBody>
      </p:sp>
    </p:spTree>
    <p:extLst>
      <p:ext uri="{BB962C8B-B14F-4D97-AF65-F5344CB8AC3E}">
        <p14:creationId xmlns:p14="http://schemas.microsoft.com/office/powerpoint/2010/main" val="98652940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contenido en 2 columna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6" name="Grupo 15">
            <a:extLst>
              <a:ext uri="{FF2B5EF4-FFF2-40B4-BE49-F238E27FC236}">
                <a16:creationId xmlns:a16="http://schemas.microsoft.com/office/drawing/2014/main" id="{14DB56B5-5DD7-95E3-52B2-EDC4B3F1305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0"/>
            <a:ext cx="12191999" cy="6858000"/>
            <a:chOff x="1" y="0"/>
            <a:chExt cx="12191999" cy="6858000"/>
          </a:xfrm>
        </p:grpSpPr>
        <p:sp>
          <p:nvSpPr>
            <p:cNvPr id="4" name="Forma libre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5" name="Forma libre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flipH="1">
              <a:off x="8580896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6" name="Forma libre 5">
              <a:extLst>
                <a:ext uri="{FF2B5EF4-FFF2-40B4-BE49-F238E27FC236}">
                  <a16:creationId xmlns:a16="http://schemas.microsoft.com/office/drawing/2014/main" id="{D11C9832-A021-954E-A34F-2988D1189AE9}"/>
                </a:ext>
              </a:extLst>
            </p:cNvPr>
            <p:cNvSpPr/>
            <p:nvPr userDrawn="1"/>
          </p:nvSpPr>
          <p:spPr>
            <a:xfrm>
              <a:off x="1" y="0"/>
              <a:ext cx="933856" cy="933856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9" name="Grupo 8">
              <a:extLst>
                <a:ext uri="{FF2B5EF4-FFF2-40B4-BE49-F238E27FC236}">
                  <a16:creationId xmlns:a16="http://schemas.microsoft.com/office/drawing/2014/main" id="{9861BC34-DFBF-2D4F-B463-FCFBC08391FF}"/>
                </a:ext>
              </a:extLst>
            </p:cNvPr>
            <p:cNvGrpSpPr/>
            <p:nvPr userDrawn="1"/>
          </p:nvGrpSpPr>
          <p:grpSpPr>
            <a:xfrm>
              <a:off x="8082092" y="5590903"/>
              <a:ext cx="1572380" cy="1267097"/>
              <a:chOff x="7413403" y="4976359"/>
              <a:chExt cx="2334986" cy="1881641"/>
            </a:xfrm>
          </p:grpSpPr>
          <p:sp>
            <p:nvSpPr>
              <p:cNvPr id="7" name="Forma libre 6">
                <a:extLst>
                  <a:ext uri="{FF2B5EF4-FFF2-40B4-BE49-F238E27FC236}">
                    <a16:creationId xmlns:a16="http://schemas.microsoft.com/office/drawing/2014/main" id="{55C37C19-F268-4A43-A0D4-3B1B38D48952}"/>
                  </a:ext>
                </a:extLst>
              </p:cNvPr>
              <p:cNvSpPr/>
              <p:nvPr userDrawn="1"/>
            </p:nvSpPr>
            <p:spPr>
              <a:xfrm rot="5400000" flipH="1" flipV="1">
                <a:off x="8223822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latin typeface="+mn-lt"/>
                </a:endParaRPr>
              </a:p>
            </p:txBody>
          </p:sp>
          <p:sp>
            <p:nvSpPr>
              <p:cNvPr id="8" name="Forma libre 7">
                <a:extLst>
                  <a:ext uri="{FF2B5EF4-FFF2-40B4-BE49-F238E27FC236}">
                    <a16:creationId xmlns:a16="http://schemas.microsoft.com/office/drawing/2014/main" id="{E4F760E5-9D5D-E44F-AEBF-20CA8DE87D11}"/>
                  </a:ext>
                </a:extLst>
              </p:cNvPr>
              <p:cNvSpPr/>
              <p:nvPr userDrawn="1"/>
            </p:nvSpPr>
            <p:spPr>
              <a:xfrm rot="16200000" flipV="1">
                <a:off x="7056329" y="5333433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>
                  <a:latin typeface="+mn-lt"/>
                </a:endParaRPr>
              </a:p>
            </p:txBody>
          </p:sp>
        </p:grp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601200" cy="1653371"/>
          </a:xfrm>
        </p:spPr>
        <p:txBody>
          <a:bodyPr rtlCol="0" anchor="b">
            <a:noAutofit/>
          </a:bodyPr>
          <a:lstStyle>
            <a:lvl1pPr>
              <a:defRPr lang="es-ES" sz="4200" b="1"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23984"/>
            <a:ext cx="4663440" cy="3332832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lang="es-ES"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3" name="Marcador de contenido 2">
            <a:extLst>
              <a:ext uri="{FF2B5EF4-FFF2-40B4-BE49-F238E27FC236}">
                <a16:creationId xmlns:a16="http://schemas.microsoft.com/office/drawing/2014/main" id="{94CA559C-3355-DE44-ACF9-BDB6083C4225}"/>
              </a:ext>
            </a:extLst>
          </p:cNvPr>
          <p:cNvSpPr>
            <a:spLocks noGrp="1"/>
          </p:cNvSpPr>
          <p:nvPr>
            <p:ph idx="10" hasCustomPrompt="1"/>
          </p:nvPr>
        </p:nvSpPr>
        <p:spPr>
          <a:xfrm>
            <a:off x="6283235" y="2023984"/>
            <a:ext cx="4663440" cy="3332832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lang="es-ES" sz="2000"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0" name="Marcador de fecha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es-ES"/>
              <a:t>8/9/20XX</a:t>
            </a:r>
          </a:p>
        </p:txBody>
      </p:sp>
      <p:sp>
        <p:nvSpPr>
          <p:cNvPr id="11" name="Marcador de pie de página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es-ES" dirty="0"/>
          </a:p>
        </p:txBody>
      </p:sp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s-ES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7678435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2 contenidos">
    <p:bg>
      <p:bgPr>
        <a:solidFill>
          <a:schemeClr val="accent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upo 5">
            <a:extLst>
              <a:ext uri="{FF2B5EF4-FFF2-40B4-BE49-F238E27FC236}">
                <a16:creationId xmlns:a16="http://schemas.microsoft.com/office/drawing/2014/main" id="{1A0E8D4A-B13C-C7EE-5E27-278124A1276E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1" y="1"/>
            <a:ext cx="12191999" cy="6857999"/>
            <a:chOff x="1" y="1"/>
            <a:chExt cx="12191999" cy="6857999"/>
          </a:xfrm>
        </p:grpSpPr>
        <p:sp>
          <p:nvSpPr>
            <p:cNvPr id="4" name="Forma libre 3">
              <a:extLst>
                <a:ext uri="{FF2B5EF4-FFF2-40B4-BE49-F238E27FC236}">
                  <a16:creationId xmlns:a16="http://schemas.microsoft.com/office/drawing/2014/main" id="{6A7F6A3F-E1DD-A246-9A6D-5F9B18BA2588}"/>
                </a:ext>
              </a:extLst>
            </p:cNvPr>
            <p:cNvSpPr/>
            <p:nvPr userDrawn="1"/>
          </p:nvSpPr>
          <p:spPr>
            <a:xfrm flipH="1">
              <a:off x="8580896" y="1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0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lnTo>
                    <a:pt x="1167493" y="0"/>
                  </a:lnTo>
                  <a:cubicBezTo>
                    <a:pt x="522704" y="0"/>
                    <a:pt x="0" y="522704"/>
                    <a:pt x="0" y="11674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5" name="Forma libre 4">
              <a:extLst>
                <a:ext uri="{FF2B5EF4-FFF2-40B4-BE49-F238E27FC236}">
                  <a16:creationId xmlns:a16="http://schemas.microsoft.com/office/drawing/2014/main" id="{055FD0FC-C8FF-6741-A364-A29CDC6F9495}"/>
                </a:ext>
              </a:extLst>
            </p:cNvPr>
            <p:cNvSpPr/>
            <p:nvPr userDrawn="1"/>
          </p:nvSpPr>
          <p:spPr>
            <a:xfrm rot="5400000" flipH="1">
              <a:off x="1" y="3246896"/>
              <a:ext cx="3611104" cy="3611104"/>
            </a:xfrm>
            <a:custGeom>
              <a:avLst/>
              <a:gdLst>
                <a:gd name="connsiteX0" fmla="*/ 0 w 1167493"/>
                <a:gd name="connsiteY0" fmla="*/ 0 h 1167493"/>
                <a:gd name="connsiteX1" fmla="*/ 1167493 w 1167493"/>
                <a:gd name="connsiteY1" fmla="*/ 1167493 h 1167493"/>
                <a:gd name="connsiteX2" fmla="*/ 0 w 1167493"/>
                <a:gd name="connsiteY2" fmla="*/ 1167493 h 1167493"/>
                <a:gd name="connsiteX3" fmla="*/ 0 w 1167493"/>
                <a:gd name="connsiteY3" fmla="*/ 0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167493" h="1167493">
                  <a:moveTo>
                    <a:pt x="0" y="0"/>
                  </a:moveTo>
                  <a:cubicBezTo>
                    <a:pt x="0" y="644789"/>
                    <a:pt x="522704" y="1167493"/>
                    <a:pt x="1167493" y="1167493"/>
                  </a:cubicBezTo>
                  <a:lnTo>
                    <a:pt x="0" y="1167493"/>
                  </a:lnTo>
                  <a:lnTo>
                    <a:pt x="0" y="0"/>
                  </a:lnTo>
                  <a:close/>
                </a:path>
              </a:pathLst>
            </a:cu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69008"/>
            <a:ext cx="9779183" cy="1706563"/>
          </a:xfrm>
        </p:spPr>
        <p:txBody>
          <a:bodyPr rtlCol="0" anchor="b">
            <a:noAutofit/>
          </a:bodyPr>
          <a:lstStyle>
            <a:lvl1pPr>
              <a:defRPr lang="es-ES" sz="4200" b="1">
                <a:solidFill>
                  <a:schemeClr val="bg1"/>
                </a:solidFill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926B296A-EB6A-9BE9-E813-B15C46524F4D}"/>
              </a:ext>
            </a:extLst>
          </p:cNvPr>
          <p:cNvSpPr>
            <a:spLocks noGrp="1"/>
          </p:cNvSpPr>
          <p:nvPr>
            <p:ph idx="12" hasCustomPrompt="1"/>
          </p:nvPr>
        </p:nvSpPr>
        <p:spPr>
          <a:xfrm>
            <a:off x="1167493" y="2023984"/>
            <a:ext cx="4663440" cy="3332832"/>
          </a:xfrm>
        </p:spPr>
        <p:txBody>
          <a:bodyPr rtlCol="0">
            <a:normAutofit/>
          </a:bodyPr>
          <a:lstStyle>
            <a:lvl1pPr marL="530352" indent="-530352">
              <a:spcBef>
                <a:spcPts val="1000"/>
              </a:spcBef>
              <a:buFont typeface="+mj-lt"/>
              <a:buAutoNum type="arabicPeriod"/>
              <a:defRPr lang="es-ES" sz="2000">
                <a:solidFill>
                  <a:schemeClr val="bg1"/>
                </a:solidFill>
                <a:latin typeface="+mn-lt"/>
              </a:defRPr>
            </a:lvl1pPr>
            <a:lvl2pPr marL="1097280" indent="-530352">
              <a:spcBef>
                <a:spcPts val="1000"/>
              </a:spcBef>
              <a:buFont typeface="+mj-lt"/>
              <a:buAutoNum type="alphaLcPeriod"/>
              <a:defRPr lang="es-ES" sz="2000">
                <a:solidFill>
                  <a:schemeClr val="bg1"/>
                </a:solidFill>
                <a:latin typeface="+mn-lt"/>
              </a:defRPr>
            </a:lvl2pPr>
            <a:lvl3pPr marL="1645920" indent="-530352">
              <a:spcBef>
                <a:spcPts val="1000"/>
              </a:spcBef>
              <a:buFont typeface="+mj-lt"/>
              <a:buAutoNum type="arabicParenR"/>
              <a:defRPr lang="es-ES" sz="2000">
                <a:solidFill>
                  <a:schemeClr val="bg1"/>
                </a:solidFill>
                <a:latin typeface="+mn-lt"/>
              </a:defRPr>
            </a:lvl3pPr>
            <a:lvl4pPr marL="1920240" indent="-530352">
              <a:spcBef>
                <a:spcPts val="1000"/>
              </a:spcBef>
              <a:buFont typeface="+mj-lt"/>
              <a:buAutoNum type="alphaLcParenR"/>
              <a:defRPr lang="es-ES" sz="2000">
                <a:solidFill>
                  <a:schemeClr val="bg1"/>
                </a:solidFill>
                <a:latin typeface="+mn-lt"/>
              </a:defRPr>
            </a:lvl4pPr>
            <a:lvl5pPr marL="2560320" indent="-514350">
              <a:spcBef>
                <a:spcPts val="1000"/>
              </a:spcBef>
              <a:buFont typeface="+mj-lt"/>
              <a:buAutoNum type="romanLcPeriod"/>
              <a:defRPr lang="es-ES" sz="2000">
                <a:solidFill>
                  <a:schemeClr val="bg1"/>
                </a:solidFill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9" name="Marcador de contenido 2">
            <a:extLst>
              <a:ext uri="{FF2B5EF4-FFF2-40B4-BE49-F238E27FC236}">
                <a16:creationId xmlns:a16="http://schemas.microsoft.com/office/drawing/2014/main" id="{9435B7D5-E7F8-1267-8942-3C97BE836B98}"/>
              </a:ext>
            </a:extLst>
          </p:cNvPr>
          <p:cNvSpPr>
            <a:spLocks noGrp="1"/>
          </p:cNvSpPr>
          <p:nvPr>
            <p:ph idx="11" hasCustomPrompt="1"/>
          </p:nvPr>
        </p:nvSpPr>
        <p:spPr>
          <a:xfrm>
            <a:off x="6283235" y="2023984"/>
            <a:ext cx="4663440" cy="3332832"/>
          </a:xfrm>
        </p:spPr>
        <p:txBody>
          <a:bodyPr rtlCol="0">
            <a:normAutofit/>
          </a:bodyPr>
          <a:lstStyle>
            <a:lvl1pPr marL="0" indent="0">
              <a:spcBef>
                <a:spcPts val="1000"/>
              </a:spcBef>
              <a:buFont typeface="Arial" panose="020B0604020202020204" pitchFamily="34" charset="0"/>
              <a:buNone/>
              <a:defRPr lang="es-ES" sz="2000">
                <a:solidFill>
                  <a:schemeClr val="bg1"/>
                </a:solidFill>
                <a:latin typeface="+mn-lt"/>
              </a:defRPr>
            </a:lvl1pPr>
            <a:lvl2pPr marL="283464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2pPr>
            <a:lvl3pPr marL="566928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3pPr>
            <a:lvl4pPr marL="850392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4pPr>
            <a:lvl5pPr marL="1133856" indent="-283464">
              <a:spcBef>
                <a:spcPts val="1000"/>
              </a:spcBef>
              <a:buFont typeface="Arial" panose="020B0604020202020204" pitchFamily="34" charset="0"/>
              <a:buChar char="•"/>
              <a:defRPr lang="es-ES" sz="2000">
                <a:solidFill>
                  <a:schemeClr val="bg1"/>
                </a:solidFill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0" name="Marcador de fecha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es-ES"/>
              <a:t>8/9/20XX</a:t>
            </a:r>
          </a:p>
        </p:txBody>
      </p:sp>
      <p:sp>
        <p:nvSpPr>
          <p:cNvPr id="11" name="Marcador de pie de página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endParaRPr lang="es-ES" dirty="0"/>
          </a:p>
        </p:txBody>
      </p:sp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s-ES" sz="1200">
                <a:solidFill>
                  <a:schemeClr val="accent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402042663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Gráfico ">
    <p:bg>
      <p:bgPr>
        <a:solidFill>
          <a:schemeClr val="accent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upo 8">
            <a:extLst>
              <a:ext uri="{FF2B5EF4-FFF2-40B4-BE49-F238E27FC236}">
                <a16:creationId xmlns:a16="http://schemas.microsoft.com/office/drawing/2014/main" id="{ABA2A58C-57B7-834C-8F5C-3299322411B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 rot="16200000">
            <a:off x="10772262" y="152641"/>
            <a:ext cx="1572380" cy="1267097"/>
            <a:chOff x="7413403" y="4976359"/>
            <a:chExt cx="2334986" cy="1881641"/>
          </a:xfrm>
        </p:grpSpPr>
        <p:sp>
          <p:nvSpPr>
            <p:cNvPr id="13" name="Forma libre 12">
              <a:extLst>
                <a:ext uri="{FF2B5EF4-FFF2-40B4-BE49-F238E27FC236}">
                  <a16:creationId xmlns:a16="http://schemas.microsoft.com/office/drawing/2014/main" id="{801D8067-144A-FE48-AF1E-529B662DCAD3}"/>
                </a:ext>
              </a:extLst>
            </p:cNvPr>
            <p:cNvSpPr/>
            <p:nvPr userDrawn="1"/>
          </p:nvSpPr>
          <p:spPr>
            <a:xfrm rot="5400000" flipH="1" flipV="1">
              <a:off x="8223822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14" name="Forma libre 13">
              <a:extLst>
                <a:ext uri="{FF2B5EF4-FFF2-40B4-BE49-F238E27FC236}">
                  <a16:creationId xmlns:a16="http://schemas.microsoft.com/office/drawing/2014/main" id="{2ECA7D87-C78C-C140-AA28-C0FB20209045}"/>
                </a:ext>
              </a:extLst>
            </p:cNvPr>
            <p:cNvSpPr/>
            <p:nvPr userDrawn="1"/>
          </p:nvSpPr>
          <p:spPr>
            <a:xfrm rot="16200000" flipV="1">
              <a:off x="7056329" y="5333433"/>
              <a:ext cx="1881641" cy="1167493"/>
            </a:xfrm>
            <a:custGeom>
              <a:avLst/>
              <a:gdLst>
                <a:gd name="connsiteX0" fmla="*/ 1881641 w 1881641"/>
                <a:gd name="connsiteY0" fmla="*/ 1167473 h 1167493"/>
                <a:gd name="connsiteX1" fmla="*/ 1881641 w 1881641"/>
                <a:gd name="connsiteY1" fmla="*/ 1167493 h 1167493"/>
                <a:gd name="connsiteX2" fmla="*/ 1167493 w 1881641"/>
                <a:gd name="connsiteY2" fmla="*/ 1167493 h 1167493"/>
                <a:gd name="connsiteX3" fmla="*/ 0 w 1881641"/>
                <a:gd name="connsiteY3" fmla="*/ 0 h 1167493"/>
                <a:gd name="connsiteX4" fmla="*/ 714149 w 1881641"/>
                <a:gd name="connsiteY4" fmla="*/ 0 h 1167493"/>
                <a:gd name="connsiteX5" fmla="*/ 1875614 w 1881641"/>
                <a:gd name="connsiteY5" fmla="*/ 1048124 h 1167493"/>
                <a:gd name="connsiteX6" fmla="*/ 1881641 w 1881641"/>
                <a:gd name="connsiteY6" fmla="*/ 1167473 h 11674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</a:cxnLst>
              <a:rect l="l" t="t" r="r" b="b"/>
              <a:pathLst>
                <a:path w="1881641" h="1167493">
                  <a:moveTo>
                    <a:pt x="1881641" y="1167473"/>
                  </a:moveTo>
                  <a:lnTo>
                    <a:pt x="1881641" y="1167493"/>
                  </a:lnTo>
                  <a:lnTo>
                    <a:pt x="1167493" y="1167493"/>
                  </a:lnTo>
                  <a:cubicBezTo>
                    <a:pt x="522704" y="1167493"/>
                    <a:pt x="0" y="644789"/>
                    <a:pt x="0" y="0"/>
                  </a:cubicBezTo>
                  <a:lnTo>
                    <a:pt x="714149" y="0"/>
                  </a:lnTo>
                  <a:cubicBezTo>
                    <a:pt x="1318639" y="0"/>
                    <a:pt x="1815827" y="459408"/>
                    <a:pt x="1875614" y="1048124"/>
                  </a:cubicBezTo>
                  <a:lnTo>
                    <a:pt x="1881641" y="1167473"/>
                  </a:lnTo>
                  <a:close/>
                </a:path>
              </a:pathLst>
            </a:custGeom>
            <a:solidFill>
              <a:schemeClr val="tx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167492" y="136526"/>
            <a:ext cx="9779183" cy="1570038"/>
          </a:xfrm>
        </p:spPr>
        <p:txBody>
          <a:bodyPr rtlCol="0" anchor="b">
            <a:noAutofit/>
          </a:bodyPr>
          <a:lstStyle>
            <a:lvl1pPr>
              <a:defRPr lang="es-ES" sz="4200" b="1"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1167493" y="2084832"/>
            <a:ext cx="9779182" cy="3366813"/>
          </a:xfrm>
        </p:spPr>
        <p:txBody>
          <a:bodyPr rtlCol="0">
            <a:noAutofit/>
          </a:bodyPr>
          <a:lstStyle>
            <a:lvl1pPr marL="0" indent="0">
              <a:buNone/>
              <a:defRPr lang="es-ES">
                <a:latin typeface="+mn-lt"/>
              </a:defRPr>
            </a:lvl1pPr>
            <a:lvl2pPr marL="457200" indent="0">
              <a:buNone/>
              <a:defRPr lang="es-ES">
                <a:latin typeface="+mn-lt"/>
              </a:defRPr>
            </a:lvl2pPr>
            <a:lvl3pPr marL="914400" indent="0">
              <a:buNone/>
              <a:defRPr lang="es-ES">
                <a:latin typeface="+mn-lt"/>
              </a:defRPr>
            </a:lvl3pPr>
            <a:lvl4pPr marL="1371600" indent="0">
              <a:buNone/>
              <a:defRPr lang="es-ES">
                <a:latin typeface="+mn-lt"/>
              </a:defRPr>
            </a:lvl4pPr>
            <a:lvl5pPr marL="1828800" indent="0">
              <a:buNone/>
              <a:defRPr lang="es-ES">
                <a:latin typeface="+mn-lt"/>
              </a:defRPr>
            </a:lvl5pPr>
          </a:lstStyle>
          <a:p>
            <a:pPr lvl="0" rtl="0"/>
            <a:r>
              <a:rPr lang="es-ES"/>
              <a:t>Haga clic para agregar texto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10" name="Marcador de fecha 3">
            <a:extLst>
              <a:ext uri="{FF2B5EF4-FFF2-40B4-BE49-F238E27FC236}">
                <a16:creationId xmlns:a16="http://schemas.microsoft.com/office/drawing/2014/main" id="{7536C149-3EFE-A94E-902D-57CED00B2C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1701018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r>
              <a:rPr lang="es-ES"/>
              <a:t>8/9/20XX</a:t>
            </a:r>
          </a:p>
        </p:txBody>
      </p:sp>
      <p:sp>
        <p:nvSpPr>
          <p:cNvPr id="11" name="Marcador de pie de página 4">
            <a:extLst>
              <a:ext uri="{FF2B5EF4-FFF2-40B4-BE49-F238E27FC236}">
                <a16:creationId xmlns:a16="http://schemas.microsoft.com/office/drawing/2014/main" id="{53CA1E78-F17D-F34D-9F81-0DBF44F3789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endParaRPr lang="es-ES" dirty="0"/>
          </a:p>
        </p:txBody>
      </p:sp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1FE54918-A625-F64F-A42E-A427E9B2D48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153276" y="6356350"/>
            <a:ext cx="1657723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s-ES" sz="1200">
                <a:solidFill>
                  <a:schemeClr val="accent3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31909451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Finalizar diapositiv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" name="Grupo 4">
            <a:extLst>
              <a:ext uri="{FF2B5EF4-FFF2-40B4-BE49-F238E27FC236}">
                <a16:creationId xmlns:a16="http://schemas.microsoft.com/office/drawing/2014/main" id="{78AD52EA-B01E-8D38-D87A-BF7EB5B58A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GrpSpPr/>
          <p:nvPr userDrawn="1"/>
        </p:nvGrpSpPr>
        <p:grpSpPr>
          <a:xfrm>
            <a:off x="0" y="-1"/>
            <a:ext cx="12192001" cy="6864796"/>
            <a:chOff x="0" y="-1"/>
            <a:chExt cx="12192001" cy="6864796"/>
          </a:xfrm>
        </p:grpSpPr>
        <p:sp>
          <p:nvSpPr>
            <p:cNvPr id="4" name="Rectángulo 3">
              <a:extLst>
                <a:ext uri="{FF2B5EF4-FFF2-40B4-BE49-F238E27FC236}">
                  <a16:creationId xmlns:a16="http://schemas.microsoft.com/office/drawing/2014/main" id="{9AC79249-FDC0-364D-A734-AE1DE1605D28}"/>
                </a:ext>
              </a:extLst>
            </p:cNvPr>
            <p:cNvSpPr/>
            <p:nvPr userDrawn="1"/>
          </p:nvSpPr>
          <p:spPr>
            <a:xfrm>
              <a:off x="8264426" y="0"/>
              <a:ext cx="3927574" cy="6858000"/>
            </a:xfrm>
            <a:prstGeom prst="rect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grpSp>
          <p:nvGrpSpPr>
            <p:cNvPr id="6" name="Grupo 5">
              <a:extLst>
                <a:ext uri="{FF2B5EF4-FFF2-40B4-BE49-F238E27FC236}">
                  <a16:creationId xmlns:a16="http://schemas.microsoft.com/office/drawing/2014/main" id="{F15FBB50-09C8-B64E-AE57-67C5E70810CB}"/>
                </a:ext>
              </a:extLst>
            </p:cNvPr>
            <p:cNvGrpSpPr/>
            <p:nvPr userDrawn="1"/>
          </p:nvGrpSpPr>
          <p:grpSpPr>
            <a:xfrm>
              <a:off x="8264427" y="3685939"/>
              <a:ext cx="3927573" cy="3178856"/>
              <a:chOff x="9857014" y="13834"/>
              <a:chExt cx="2334986" cy="1881641"/>
            </a:xfrm>
          </p:grpSpPr>
          <p:sp>
            <p:nvSpPr>
              <p:cNvPr id="15" name="Forma libre 14">
                <a:extLst>
                  <a:ext uri="{FF2B5EF4-FFF2-40B4-BE49-F238E27FC236}">
                    <a16:creationId xmlns:a16="http://schemas.microsoft.com/office/drawing/2014/main" id="{EFBF1E52-11FA-DC48-B7AD-75734232FFE8}"/>
                  </a:ext>
                </a:extLst>
              </p:cNvPr>
              <p:cNvSpPr/>
              <p:nvPr userDrawn="1"/>
            </p:nvSpPr>
            <p:spPr>
              <a:xfrm rot="5400000" flipH="1" flipV="1">
                <a:off x="10667433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accent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/>
              </a:p>
            </p:txBody>
          </p:sp>
          <p:sp>
            <p:nvSpPr>
              <p:cNvPr id="16" name="Forma libre 15">
                <a:extLst>
                  <a:ext uri="{FF2B5EF4-FFF2-40B4-BE49-F238E27FC236}">
                    <a16:creationId xmlns:a16="http://schemas.microsoft.com/office/drawing/2014/main" id="{4850B620-49F5-3748-84AF-682555D52792}"/>
                  </a:ext>
                </a:extLst>
              </p:cNvPr>
              <p:cNvSpPr/>
              <p:nvPr userDrawn="1"/>
            </p:nvSpPr>
            <p:spPr>
              <a:xfrm rot="16200000" flipV="1">
                <a:off x="9499940" y="370908"/>
                <a:ext cx="1881641" cy="1167493"/>
              </a:xfrm>
              <a:custGeom>
                <a:avLst/>
                <a:gdLst>
                  <a:gd name="connsiteX0" fmla="*/ 1881641 w 1881641"/>
                  <a:gd name="connsiteY0" fmla="*/ 1167473 h 1167493"/>
                  <a:gd name="connsiteX1" fmla="*/ 1881641 w 1881641"/>
                  <a:gd name="connsiteY1" fmla="*/ 1167493 h 1167493"/>
                  <a:gd name="connsiteX2" fmla="*/ 1167493 w 1881641"/>
                  <a:gd name="connsiteY2" fmla="*/ 1167493 h 1167493"/>
                  <a:gd name="connsiteX3" fmla="*/ 0 w 1881641"/>
                  <a:gd name="connsiteY3" fmla="*/ 0 h 1167493"/>
                  <a:gd name="connsiteX4" fmla="*/ 714149 w 1881641"/>
                  <a:gd name="connsiteY4" fmla="*/ 0 h 1167493"/>
                  <a:gd name="connsiteX5" fmla="*/ 1875614 w 1881641"/>
                  <a:gd name="connsiteY5" fmla="*/ 1048124 h 1167493"/>
                  <a:gd name="connsiteX6" fmla="*/ 1881641 w 1881641"/>
                  <a:gd name="connsiteY6" fmla="*/ 1167473 h 1167493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  <a:cxn ang="0">
                    <a:pos x="connsiteX3" y="connsiteY3"/>
                  </a:cxn>
                  <a:cxn ang="0">
                    <a:pos x="connsiteX4" y="connsiteY4"/>
                  </a:cxn>
                  <a:cxn ang="0">
                    <a:pos x="connsiteX5" y="connsiteY5"/>
                  </a:cxn>
                  <a:cxn ang="0">
                    <a:pos x="connsiteX6" y="connsiteY6"/>
                  </a:cxn>
                </a:cxnLst>
                <a:rect l="l" t="t" r="r" b="b"/>
                <a:pathLst>
                  <a:path w="1881641" h="1167493">
                    <a:moveTo>
                      <a:pt x="1881641" y="1167473"/>
                    </a:moveTo>
                    <a:lnTo>
                      <a:pt x="1881641" y="1167493"/>
                    </a:lnTo>
                    <a:lnTo>
                      <a:pt x="1167493" y="1167493"/>
                    </a:lnTo>
                    <a:cubicBezTo>
                      <a:pt x="522704" y="1167493"/>
                      <a:pt x="0" y="644789"/>
                      <a:pt x="0" y="0"/>
                    </a:cubicBezTo>
                    <a:lnTo>
                      <a:pt x="714149" y="0"/>
                    </a:lnTo>
                    <a:cubicBezTo>
                      <a:pt x="1318639" y="0"/>
                      <a:pt x="1815827" y="459408"/>
                      <a:pt x="1875614" y="1048124"/>
                    </a:cubicBezTo>
                    <a:lnTo>
                      <a:pt x="1881641" y="1167473"/>
                    </a:lnTo>
                    <a:close/>
                  </a:path>
                </a:pathLst>
              </a:custGeom>
              <a:solidFill>
                <a:schemeClr val="tx2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wrap="square" rtlCol="0" anchor="ctr">
                <a:noAutofit/>
              </a:bodyPr>
              <a:lstStyle>
                <a:defPPr>
                  <a:defRPr lang="es-ES"/>
                </a:defPPr>
              </a:lstStyle>
              <a:p>
                <a:pPr algn="ctr" rtl="0"/>
                <a:endParaRPr lang="es-ES" dirty="0"/>
              </a:p>
            </p:txBody>
          </p:sp>
        </p:grpSp>
        <p:sp>
          <p:nvSpPr>
            <p:cNvPr id="22" name="Forma libre 21">
              <a:extLst>
                <a:ext uri="{FF2B5EF4-FFF2-40B4-BE49-F238E27FC236}">
                  <a16:creationId xmlns:a16="http://schemas.microsoft.com/office/drawing/2014/main" id="{BC68F289-2744-2F48-893A-3F17911625C8}"/>
                </a:ext>
              </a:extLst>
            </p:cNvPr>
            <p:cNvSpPr/>
            <p:nvPr userDrawn="1"/>
          </p:nvSpPr>
          <p:spPr>
            <a:xfrm>
              <a:off x="0" y="-1"/>
              <a:ext cx="1167493" cy="1167493"/>
            </a:xfrm>
            <a:custGeom>
              <a:avLst/>
              <a:gdLst>
                <a:gd name="connsiteX0" fmla="*/ 0 w 862693"/>
                <a:gd name="connsiteY0" fmla="*/ 0 h 862693"/>
                <a:gd name="connsiteX1" fmla="*/ 862693 w 862693"/>
                <a:gd name="connsiteY1" fmla="*/ 0 h 862693"/>
                <a:gd name="connsiteX2" fmla="*/ 0 w 862693"/>
                <a:gd name="connsiteY2" fmla="*/ 862693 h 862693"/>
                <a:gd name="connsiteX3" fmla="*/ 0 w 862693"/>
                <a:gd name="connsiteY3" fmla="*/ 0 h 862693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862693" h="862693">
                  <a:moveTo>
                    <a:pt x="0" y="0"/>
                  </a:moveTo>
                  <a:lnTo>
                    <a:pt x="862693" y="0"/>
                  </a:lnTo>
                  <a:cubicBezTo>
                    <a:pt x="862693" y="476453"/>
                    <a:pt x="476452" y="862693"/>
                    <a:pt x="0" y="862693"/>
                  </a:cubicBezTo>
                  <a:lnTo>
                    <a:pt x="0" y="0"/>
                  </a:lnTo>
                  <a:close/>
                </a:path>
              </a:pathLst>
            </a:cu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  <p:sp>
          <p:nvSpPr>
            <p:cNvPr id="17" name="Forma libre 16">
              <a:extLst>
                <a:ext uri="{FF2B5EF4-FFF2-40B4-BE49-F238E27FC236}">
                  <a16:creationId xmlns:a16="http://schemas.microsoft.com/office/drawing/2014/main" id="{39563C76-BC00-DE47-88F5-C24D3CE3325A}"/>
                </a:ext>
              </a:extLst>
            </p:cNvPr>
            <p:cNvSpPr/>
            <p:nvPr userDrawn="1"/>
          </p:nvSpPr>
          <p:spPr>
            <a:xfrm>
              <a:off x="10228214" y="-1"/>
              <a:ext cx="1963787" cy="3178856"/>
            </a:xfrm>
            <a:custGeom>
              <a:avLst/>
              <a:gdLst>
                <a:gd name="connsiteX0" fmla="*/ 0 w 1963787"/>
                <a:gd name="connsiteY0" fmla="*/ 0 h 3178856"/>
                <a:gd name="connsiteX1" fmla="*/ 1963787 w 1963787"/>
                <a:gd name="connsiteY1" fmla="*/ 0 h 3178856"/>
                <a:gd name="connsiteX2" fmla="*/ 1963787 w 1963787"/>
                <a:gd name="connsiteY2" fmla="*/ 1967129 h 3178856"/>
                <a:gd name="connsiteX3" fmla="*/ 1963787 w 1963787"/>
                <a:gd name="connsiteY3" fmla="*/ 2349671 h 3178856"/>
                <a:gd name="connsiteX4" fmla="*/ 1963787 w 1963787"/>
                <a:gd name="connsiteY4" fmla="*/ 3178856 h 3178856"/>
                <a:gd name="connsiteX5" fmla="*/ 1963753 w 1963787"/>
                <a:gd name="connsiteY5" fmla="*/ 3178856 h 3178856"/>
                <a:gd name="connsiteX6" fmla="*/ 1763002 w 1963787"/>
                <a:gd name="connsiteY6" fmla="*/ 3168629 h 3178856"/>
                <a:gd name="connsiteX7" fmla="*/ 0 w 1963787"/>
                <a:gd name="connsiteY7" fmla="*/ 1197921 h 3178856"/>
                <a:gd name="connsiteX8" fmla="*/ 0 w 1963787"/>
                <a:gd name="connsiteY8" fmla="*/ 1039961 h 3178856"/>
                <a:gd name="connsiteX9" fmla="*/ 0 w 1963787"/>
                <a:gd name="connsiteY9" fmla="*/ 0 h 317885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1963787" h="3178856">
                  <a:moveTo>
                    <a:pt x="0" y="0"/>
                  </a:moveTo>
                  <a:lnTo>
                    <a:pt x="1963787" y="0"/>
                  </a:lnTo>
                  <a:lnTo>
                    <a:pt x="1963787" y="1967129"/>
                  </a:lnTo>
                  <a:lnTo>
                    <a:pt x="1963787" y="2349671"/>
                  </a:lnTo>
                  <a:lnTo>
                    <a:pt x="1963787" y="3178856"/>
                  </a:lnTo>
                  <a:lnTo>
                    <a:pt x="1963753" y="3178856"/>
                  </a:lnTo>
                  <a:lnTo>
                    <a:pt x="1763002" y="3168629"/>
                  </a:lnTo>
                  <a:cubicBezTo>
                    <a:pt x="772749" y="3067186"/>
                    <a:pt x="0" y="2223585"/>
                    <a:pt x="0" y="1197921"/>
                  </a:cubicBezTo>
                  <a:lnTo>
                    <a:pt x="0" y="1039961"/>
                  </a:lnTo>
                  <a:lnTo>
                    <a:pt x="0" y="0"/>
                  </a:lnTo>
                  <a:close/>
                </a:path>
              </a:pathLst>
            </a:custGeom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wrap="square" rtlCol="0" anchor="ctr">
              <a:noAutofit/>
            </a:bodyPr>
            <a:lstStyle>
              <a:defPPr>
                <a:defRPr lang="es-ES"/>
              </a:defPPr>
            </a:lstStyle>
            <a:p>
              <a:pPr algn="ctr" rtl="0"/>
              <a:endParaRPr lang="es-ES" dirty="0"/>
            </a:p>
          </p:txBody>
        </p:sp>
      </p:grpSp>
      <p:sp>
        <p:nvSpPr>
          <p:cNvPr id="2" name="Título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 hasCustomPrompt="1"/>
          </p:nvPr>
        </p:nvSpPr>
        <p:spPr>
          <a:xfrm>
            <a:off x="1167494" y="252549"/>
            <a:ext cx="6220278" cy="3262811"/>
          </a:xfrm>
        </p:spPr>
        <p:txBody>
          <a:bodyPr rtlCol="0" anchor="b">
            <a:noAutofit/>
          </a:bodyPr>
          <a:lstStyle>
            <a:lvl1pPr algn="l">
              <a:defRPr lang="es-ES" sz="6000" b="1">
                <a:latin typeface="+mj-lt"/>
              </a:defRPr>
            </a:lvl1pPr>
          </a:lstStyle>
          <a:p>
            <a:pPr rtl="0"/>
            <a:r>
              <a:rPr lang="es-ES"/>
              <a:t>Haga clic para agregar un título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167493" y="3685939"/>
            <a:ext cx="6220277" cy="2919512"/>
          </a:xfrm>
        </p:spPr>
        <p:txBody>
          <a:bodyPr rtlCol="0" anchor="t" anchorCtr="0">
            <a:normAutofit/>
          </a:bodyPr>
          <a:lstStyle>
            <a:lvl1pPr marL="0" indent="0" algn="l">
              <a:buNone/>
              <a:defRPr lang="es-ES" sz="2800">
                <a:latin typeface="+mn-lt"/>
              </a:defRPr>
            </a:lvl1pPr>
            <a:lvl2pPr marL="457200" indent="0" algn="ctr">
              <a:buNone/>
              <a:defRPr lang="es-ES" sz="2000"/>
            </a:lvl2pPr>
            <a:lvl3pPr marL="914400" indent="0" algn="ctr">
              <a:buNone/>
              <a:defRPr lang="es-ES" sz="1800"/>
            </a:lvl3pPr>
            <a:lvl4pPr marL="1371600" indent="0" algn="ctr">
              <a:buNone/>
              <a:defRPr lang="es-ES" sz="1600"/>
            </a:lvl4pPr>
            <a:lvl5pPr marL="1828800" indent="0" algn="ctr">
              <a:buNone/>
              <a:defRPr lang="es-ES" sz="1600"/>
            </a:lvl5pPr>
            <a:lvl6pPr marL="2286000" indent="0" algn="ctr">
              <a:buNone/>
              <a:defRPr lang="es-ES" sz="1600"/>
            </a:lvl6pPr>
            <a:lvl7pPr marL="2743200" indent="0" algn="ctr">
              <a:buNone/>
              <a:defRPr lang="es-ES" sz="1600"/>
            </a:lvl7pPr>
            <a:lvl8pPr marL="3200400" indent="0" algn="ctr">
              <a:buNone/>
              <a:defRPr lang="es-ES" sz="1600"/>
            </a:lvl8pPr>
            <a:lvl9pPr marL="3657600" indent="0" algn="ctr">
              <a:buNone/>
              <a:defRPr lang="es-ES" sz="1600"/>
            </a:lvl9pPr>
          </a:lstStyle>
          <a:p>
            <a:pPr lvl="0" rtl="0"/>
            <a:r>
              <a:rPr lang="es-ES"/>
              <a:t>Haga clic para agregar texto</a:t>
            </a:r>
          </a:p>
        </p:txBody>
      </p:sp>
    </p:spTree>
    <p:extLst>
      <p:ext uri="{BB962C8B-B14F-4D97-AF65-F5344CB8AC3E}">
        <p14:creationId xmlns:p14="http://schemas.microsoft.com/office/powerpoint/2010/main" val="25447069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81000" y="381000"/>
            <a:ext cx="114300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es-ES"/>
            </a:defPPr>
          </a:lstStyle>
          <a:p>
            <a:pPr rtl="0"/>
            <a:r>
              <a:rPr lang="es-ES"/>
              <a:t>Haga clic para modificar el estilo de título del patrón</a:t>
            </a:r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81000" y="1825625"/>
            <a:ext cx="11430000" cy="435133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defPPr>
              <a:defRPr lang="es-ES"/>
            </a:defPPr>
          </a:lstStyle>
          <a:p>
            <a:pPr lvl="0" rtl="0"/>
            <a:r>
              <a:rPr lang="es-ES"/>
              <a:t>Haga clic para modificar los estilos de texto del patrón</a:t>
            </a:r>
          </a:p>
          <a:p>
            <a:pPr lvl="1" rtl="0"/>
            <a:r>
              <a:rPr lang="es-ES"/>
              <a:t>Segundo nivel</a:t>
            </a:r>
          </a:p>
          <a:p>
            <a:pPr lvl="2" rtl="0"/>
            <a:r>
              <a:rPr lang="es-ES"/>
              <a:t>Tercer nivel</a:t>
            </a:r>
          </a:p>
          <a:p>
            <a:pPr lvl="3" rtl="0"/>
            <a:r>
              <a:rPr lang="es-ES"/>
              <a:t>Cuarto nivel</a:t>
            </a:r>
          </a:p>
          <a:p>
            <a:pPr lvl="4" rtl="0"/>
            <a:r>
              <a:rPr lang="es-ES"/>
              <a:t>Quinto nivel</a:t>
            </a:r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EED77A09-15C2-4E47-948E-AACAFCA47D40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3810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lang="es-ES" sz="1200">
                <a:solidFill>
                  <a:schemeClr val="tx2"/>
                </a:solidFill>
                <a:latin typeface="+mn-lt"/>
              </a:defRPr>
            </a:lvl1pPr>
          </a:lstStyle>
          <a:p>
            <a:pPr rtl="0"/>
            <a:r>
              <a:rPr lang="es-ES"/>
              <a:t>8/9/20XX</a:t>
            </a:r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lang="es-ES" sz="1200">
                <a:solidFill>
                  <a:schemeClr val="tx2"/>
                </a:solidFill>
                <a:latin typeface="+mn-lt"/>
              </a:defRPr>
            </a:lvl1pPr>
          </a:lstStyle>
          <a:p>
            <a:pPr rtl="0"/>
            <a:endParaRPr lang="es-ES" dirty="0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90678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r">
              <a:defRPr lang="es-ES" sz="1200">
                <a:solidFill>
                  <a:schemeClr val="tx2"/>
                </a:solidFill>
                <a:latin typeface="+mn-lt"/>
              </a:defRPr>
            </a:lvl1pPr>
          </a:lstStyle>
          <a:p>
            <a:pPr rtl="0"/>
            <a:fld id="{294A09A9-5501-47C1-A89A-A340965A2BE2}" type="slidenum">
              <a:rPr lang="es-ES" smtClean="0"/>
              <a:pPr rtl="0"/>
              <a:t>‹Nº›</a:t>
            </a:fld>
            <a:endParaRPr lang="es-ES" dirty="0"/>
          </a:p>
        </p:txBody>
      </p: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73" r:id="rId3"/>
    <p:sldLayoutId id="2147483674" r:id="rId4"/>
    <p:sldLayoutId id="2147483671" r:id="rId5"/>
    <p:sldLayoutId id="2147483659" r:id="rId6"/>
    <p:sldLayoutId id="2147483668" r:id="rId7"/>
    <p:sldLayoutId id="2147483669" r:id="rId8"/>
    <p:sldLayoutId id="2147483661" r:id="rId9"/>
    <p:sldLayoutId id="2147483666" r:id="rId10"/>
  </p:sldLayoutIdLst>
  <p:hf sldNum="0" hdr="0" ftr="0" dt="0"/>
  <p:txStyles>
    <p:titleStyle>
      <a:lvl1pPr algn="l" defTabSz="914400" rtl="0" eaLnBrk="1" latinLnBrk="0" hangingPunct="1">
        <a:lnSpc>
          <a:spcPct val="80000"/>
        </a:lnSpc>
        <a:spcBef>
          <a:spcPct val="0"/>
        </a:spcBef>
        <a:buNone/>
        <a:defRPr lang="es-ES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s-ES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ES"/>
      </a:defPPr>
      <a:lvl1pPr marL="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lang="es-ES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e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51DF3D98-3C30-4CFC-8643-C81E829C8C2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43600" y="2108477"/>
            <a:ext cx="5834743" cy="1600201"/>
          </a:xfrm>
        </p:spPr>
        <p:txBody>
          <a:bodyPr vert="horz" lIns="91440" tIns="45720" rIns="91440" bIns="45720" rtlCol="0" anchor="b" anchorCtr="0">
            <a:normAutofit fontScale="90000"/>
          </a:bodyPr>
          <a:lstStyle>
            <a:defPPr>
              <a:defRPr lang="es-ES"/>
            </a:defPPr>
          </a:lstStyle>
          <a:p>
            <a:r>
              <a:t>IF-5100 Administración de Bases de Datos</a:t>
            </a:r>
          </a:p>
          <a:p>
            <a:r>
              <a:t>Informática Empresarial</a:t>
            </a:r>
          </a:p>
        </p:txBody>
      </p:sp>
      <p:sp>
        <p:nvSpPr>
          <p:cNvPr id="3" name="Título 1">
            <a:extLst>
              <a:ext uri="{FF2B5EF4-FFF2-40B4-BE49-F238E27FC236}">
                <a16:creationId xmlns:a16="http://schemas.microsoft.com/office/drawing/2014/main" id="{EEBB6FD5-CB11-15FB-6E4D-07CBED073A57}"/>
              </a:ext>
            </a:extLst>
          </p:cNvPr>
          <p:cNvSpPr txBox="1">
            <a:spLocks/>
          </p:cNvSpPr>
          <p:nvPr/>
        </p:nvSpPr>
        <p:spPr>
          <a:xfrm>
            <a:off x="5943600" y="4071257"/>
            <a:ext cx="5120640" cy="693336"/>
          </a:xfrm>
          <a:prstGeom prst="rect">
            <a:avLst/>
          </a:prstGeom>
        </p:spPr>
        <p:txBody>
          <a:bodyPr vert="horz" lIns="91440" tIns="45720" rIns="91440" bIns="45720" rtlCol="0" anchor="t" anchorCtr="0">
            <a:normAutofit fontScale="47500" lnSpcReduction="20000"/>
          </a:bodyPr>
          <a:lstStyle>
            <a:defPPr>
              <a:defRPr lang="es-ES"/>
            </a:defPPr>
            <a:lvl1pPr algn="l" defTabSz="914400" rtl="0" eaLnBrk="1" latinLnBrk="0" hangingPunct="1">
              <a:lnSpc>
                <a:spcPct val="80000"/>
              </a:lnSpc>
              <a:spcBef>
                <a:spcPct val="0"/>
              </a:spcBef>
              <a:buNone/>
              <a:defRPr lang="es-ES" sz="6000" b="1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t>Replicación de Bases de Datos en SQL Server</a:t>
            </a:r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85BB1439-1C28-4247-0ABD-061B5390495D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904238" y="1167543"/>
            <a:ext cx="4500562" cy="4500562"/>
          </a:xfrm>
          <a:prstGeom prst="ellipse">
            <a:avLst/>
          </a:prstGeom>
        </p:spPr>
      </p:pic>
    </p:spTree>
    <p:extLst>
      <p:ext uri="{BB962C8B-B14F-4D97-AF65-F5344CB8AC3E}">
        <p14:creationId xmlns:p14="http://schemas.microsoft.com/office/powerpoint/2010/main" val="225930889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227D2B-BD1D-51F6-BDD5-8DE1C64D20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CF87906E-5BA5-FD66-B450-0C47A48B1B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3212" y="243840"/>
            <a:ext cx="9601200" cy="822157"/>
          </a:xfrm>
        </p:spPr>
        <p:txBody>
          <a:bodyPr rtlCol="0" anchor="b">
            <a:normAutofit/>
          </a:bodyPr>
          <a:lstStyle>
            <a:defPPr>
              <a:defRPr lang="es-ES"/>
            </a:defPPr>
          </a:lstStyle>
          <a:p>
            <a:r>
              <a:t>¿Qué es la replicación?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81AE4C27-3385-70E2-1ECF-BF05C339664E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064872" y="1947060"/>
            <a:ext cx="10062255" cy="2690254"/>
          </a:xfrm>
        </p:spPr>
        <p:txBody>
          <a:bodyPr>
            <a:normAutofit/>
          </a:bodyPr>
          <a:lstStyle/>
          <a:p>
            <a:r>
              <a:t>La replicación es una tecnología de SQL Server que permite copiar y distribuir datos y objetos de base de datos entre múltiples servidores, manteniendo la consistencia entre ellos. Se utiliza para disponibilidad, distribución geográfica y optimización de cargas de trabajo.</a:t>
            </a:r>
          </a:p>
        </p:txBody>
      </p:sp>
      <p:pic>
        <p:nvPicPr>
          <p:cNvPr id="2" name="Picture 2" descr="Replicación de datos, un as en la manga">
            <a:extLst>
              <a:ext uri="{FF2B5EF4-FFF2-40B4-BE49-F238E27FC236}">
                <a16:creationId xmlns:a16="http://schemas.microsoft.com/office/drawing/2014/main" id="{C03FB2E4-6701-8B8B-3C94-440AB8E06C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6186" y="5442585"/>
            <a:ext cx="3886200" cy="1171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197921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454616C-B33C-1085-EFAB-9195D2781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5D3787A7-8D3B-7FA2-236E-2B69793A7A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3212" y="243840"/>
            <a:ext cx="9601200" cy="822157"/>
          </a:xfrm>
        </p:spPr>
        <p:txBody>
          <a:bodyPr rtlCol="0" anchor="b">
            <a:normAutofit/>
          </a:bodyPr>
          <a:lstStyle>
            <a:defPPr>
              <a:defRPr lang="es-ES"/>
            </a:defPPr>
          </a:lstStyle>
          <a:p>
            <a:r>
              <a:t>¿Por qué surge la replicación?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8AE6F18-99F5-49C5-FA91-111E2C1E8CCA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982684" y="1934043"/>
            <a:ext cx="10062255" cy="1288842"/>
          </a:xfrm>
        </p:spPr>
        <p:txBody>
          <a:bodyPr>
            <a:noAutofit/>
          </a:bodyPr>
          <a:lstStyle/>
          <a:p>
            <a:r>
              <a:t>Las organizaciones suelen tener múltiples sucursales, aplicaciones distribuidas y necesidades de consulta intensiva. La replicación permite acercar los datos a los usuarios sin depender de una única base central.</a:t>
            </a:r>
          </a:p>
        </p:txBody>
      </p:sp>
      <p:pic>
        <p:nvPicPr>
          <p:cNvPr id="2" name="Picture 2" descr="Imagenes De Signos De Interrogacion Animados, HD Png Download - blue  question mark png - Transparent Png Download (#5384336) - PngFind">
            <a:extLst>
              <a:ext uri="{FF2B5EF4-FFF2-40B4-BE49-F238E27FC236}">
                <a16:creationId xmlns:a16="http://schemas.microsoft.com/office/drawing/2014/main" id="{A016CA73-8EBA-8A75-ACC8-2E9246F47E9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84524" y="4282168"/>
            <a:ext cx="1857375" cy="24669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6287781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BD4F30-242D-0B63-9BC1-73AD6AA818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B3D36806-E807-1388-BA60-A49D104D2AE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13212" y="243840"/>
            <a:ext cx="9601200" cy="822157"/>
          </a:xfrm>
        </p:spPr>
        <p:txBody>
          <a:bodyPr rtlCol="0" anchor="b">
            <a:normAutofit/>
          </a:bodyPr>
          <a:lstStyle>
            <a:defPPr>
              <a:defRPr lang="es-ES"/>
            </a:defPPr>
          </a:lstStyle>
          <a:p>
            <a:r>
              <a:t>Objetivos principales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11D2D125-F310-B82A-FF27-3D0A939E2B70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513114" y="1999749"/>
            <a:ext cx="8621486" cy="3747907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r>
              <a:t>• Compartir información entre servidores.</a:t>
            </a:r>
          </a:p>
          <a:p>
            <a:r>
              <a:t>• Reducir carga sobre el servidor principal.</a:t>
            </a:r>
          </a:p>
          <a:p>
            <a:r>
              <a:t>• Mejorar disponibilidad.</a:t>
            </a:r>
          </a:p>
          <a:p>
            <a:r>
              <a:t>• Facilitar reportes y análisis.</a:t>
            </a:r>
          </a:p>
          <a:p>
            <a:r>
              <a:t>• Mantener sincronización de datos.</a:t>
            </a:r>
          </a:p>
        </p:txBody>
      </p:sp>
      <p:pic>
        <p:nvPicPr>
          <p:cNvPr id="3074" name="Picture 2" descr="Teorías - Iconos gratis de educación">
            <a:extLst>
              <a:ext uri="{FF2B5EF4-FFF2-40B4-BE49-F238E27FC236}">
                <a16:creationId xmlns:a16="http://schemas.microsoft.com/office/drawing/2014/main" id="{7510FC54-C99A-B720-EE61-3AC3DA664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677400" y="401968"/>
            <a:ext cx="1746477" cy="1746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4411894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51DB326-1FC2-4629-B5EE-7ACAD7F6A6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CAF86DCB-B2AC-1579-F17B-E0E93C19A9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136526"/>
            <a:ext cx="9601200" cy="1653371"/>
          </a:xfrm>
        </p:spPr>
        <p:txBody>
          <a:bodyPr rtlCol="0" anchor="b">
            <a:normAutofit/>
          </a:bodyPr>
          <a:lstStyle>
            <a:defPPr>
              <a:defRPr lang="es-ES"/>
            </a:defPPr>
          </a:lstStyle>
          <a:p>
            <a:r>
              <a:t>Conceptos fundamentales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40644860-3D76-42DE-1EB3-A414A76FABB0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349116" y="1949338"/>
            <a:ext cx="9144000" cy="3910285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r>
              <a:rPr dirty="0"/>
              <a:t>Publisher: origen de los datos.</a:t>
            </a:r>
          </a:p>
          <a:p>
            <a:r>
              <a:rPr dirty="0"/>
              <a:t>Distributor: intermediario que administra la replicación.</a:t>
            </a:r>
          </a:p>
          <a:p>
            <a:r>
              <a:rPr dirty="0" err="1"/>
              <a:t>Subscriber</a:t>
            </a:r>
            <a:r>
              <a:rPr dirty="0"/>
              <a:t>: destino que recibe los datos.</a:t>
            </a:r>
          </a:p>
          <a:p>
            <a:r>
              <a:rPr dirty="0" err="1"/>
              <a:t>Publication</a:t>
            </a:r>
            <a:r>
              <a:rPr dirty="0"/>
              <a:t>: conjunto de objetos publicados.</a:t>
            </a:r>
          </a:p>
          <a:p>
            <a:r>
              <a:rPr dirty="0" err="1"/>
              <a:t>Article</a:t>
            </a:r>
            <a:r>
              <a:rPr dirty="0"/>
              <a:t>: objeto individual dentro de una publicación.</a:t>
            </a:r>
          </a:p>
        </p:txBody>
      </p:sp>
      <p:pic>
        <p:nvPicPr>
          <p:cNvPr id="4098" name="Picture 2" descr="Base de datos - Iconos gratis de computadora">
            <a:extLst>
              <a:ext uri="{FF2B5EF4-FFF2-40B4-BE49-F238E27FC236}">
                <a16:creationId xmlns:a16="http://schemas.microsoft.com/office/drawing/2014/main" id="{F3195513-FCF1-69B0-8187-B37D1297B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2868" y="5209253"/>
            <a:ext cx="1619622" cy="161962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7758873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B51E04-89CD-74BB-5F70-A3CC17FFB5C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CC8293A8-DA21-188F-5E2E-B86AC83D31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136526"/>
            <a:ext cx="9601200" cy="1653371"/>
          </a:xfrm>
        </p:spPr>
        <p:txBody>
          <a:bodyPr rtlCol="0" anchor="b">
            <a:normAutofit/>
          </a:bodyPr>
          <a:lstStyle>
            <a:defPPr>
              <a:defRPr lang="es-ES"/>
            </a:defPPr>
          </a:lstStyle>
          <a:p>
            <a:r>
              <a:t>Arquitectura general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766DDC0E-68DA-5AA8-2A72-07EF3EE146E9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723869" y="1949338"/>
            <a:ext cx="9995380" cy="3910285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r>
              <a:rPr dirty="0"/>
              <a:t>El Publisher genera cambios, el Distributor almacena metadatos y coordina la distribución, y los </a:t>
            </a:r>
            <a:r>
              <a:rPr dirty="0" err="1"/>
              <a:t>Subscribers</a:t>
            </a:r>
            <a:r>
              <a:rPr dirty="0"/>
              <a:t> reciben los cambios según las reglas definidas.</a:t>
            </a:r>
          </a:p>
        </p:txBody>
      </p:sp>
      <p:pic>
        <p:nvPicPr>
          <p:cNvPr id="3090" name="Picture 18" descr="Replicación de SQL Server: descripción general de componentes y topografía">
            <a:extLst>
              <a:ext uri="{FF2B5EF4-FFF2-40B4-BE49-F238E27FC236}">
                <a16:creationId xmlns:a16="http://schemas.microsoft.com/office/drawing/2014/main" id="{4BA23005-0246-28BE-ED0C-C4A19E108B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407227" y="2830809"/>
            <a:ext cx="4580845" cy="365966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73922379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8049398-BA96-34BF-A4B8-15A0864C55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074382CC-68EA-B8F5-9450-809886F71A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136526"/>
            <a:ext cx="9601200" cy="1653371"/>
          </a:xfrm>
        </p:spPr>
        <p:txBody>
          <a:bodyPr rtlCol="0" anchor="b">
            <a:normAutofit/>
          </a:bodyPr>
          <a:lstStyle>
            <a:defPPr>
              <a:defRPr lang="es-ES"/>
            </a:defPPr>
          </a:lstStyle>
          <a:p>
            <a:r>
              <a:t>Publication y Articles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A549AB01-059B-C3B3-E4AB-AD7B272E494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1244897" y="1949339"/>
            <a:ext cx="9259817" cy="1795347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r>
              <a:rPr dirty="0"/>
              <a:t>Una publicación es un conjunto lógico de datos que se replican. Los artículos representan los objetos específicos incluidos en la publicación.</a:t>
            </a:r>
          </a:p>
        </p:txBody>
      </p:sp>
      <p:pic>
        <p:nvPicPr>
          <p:cNvPr id="4098" name="Picture 2" descr="Datos - Iconos gratis de negocios y finanzas">
            <a:extLst>
              <a:ext uri="{FF2B5EF4-FFF2-40B4-BE49-F238E27FC236}">
                <a16:creationId xmlns:a16="http://schemas.microsoft.com/office/drawing/2014/main" id="{3E4B357E-C205-9C09-E177-4AFF892B841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610" y="4491038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7536763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474233-409B-C33F-D9D6-A5F73267A3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582BC5D1-69BF-EDB3-0BA0-D1C7FA6FAD7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136526"/>
            <a:ext cx="9601200" cy="1653371"/>
          </a:xfrm>
        </p:spPr>
        <p:txBody>
          <a:bodyPr rtlCol="0" anchor="b">
            <a:normAutofit/>
          </a:bodyPr>
          <a:lstStyle>
            <a:defPPr>
              <a:defRPr lang="es-ES"/>
            </a:defPPr>
          </a:lstStyle>
          <a:p>
            <a:r>
              <a:t>Tipos de replicación</a:t>
            </a:r>
          </a:p>
        </p:txBody>
      </p:sp>
      <p:sp>
        <p:nvSpPr>
          <p:cNvPr id="4" name="Rectangle 2">
            <a:extLst>
              <a:ext uri="{FF2B5EF4-FFF2-40B4-BE49-F238E27FC236}">
                <a16:creationId xmlns:a16="http://schemas.microsoft.com/office/drawing/2014/main" id="{D2EA81C7-0775-CF0E-CBCC-D23E2CEA505C}"/>
              </a:ext>
            </a:extLst>
          </p:cNvPr>
          <p:cNvSpPr>
            <a:spLocks noGrp="1" noChangeArrowheads="1"/>
          </p:cNvSpPr>
          <p:nvPr>
            <p:ph idx="10"/>
          </p:nvPr>
        </p:nvSpPr>
        <p:spPr bwMode="auto">
          <a:xfrm>
            <a:off x="805187" y="2105561"/>
            <a:ext cx="8649324" cy="132343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t>SQL Server ofrece Snapshot, Transactional, Merge y Peer-to-Peer. Cada una resuelve necesidades distintas.</a:t>
            </a:r>
          </a:p>
        </p:txBody>
      </p:sp>
      <p:pic>
        <p:nvPicPr>
          <p:cNvPr id="5122" name="Picture 2" descr="Clasificación de datos - Iconos gratis de negocios y finanzas">
            <a:extLst>
              <a:ext uri="{FF2B5EF4-FFF2-40B4-BE49-F238E27FC236}">
                <a16:creationId xmlns:a16="http://schemas.microsoft.com/office/drawing/2014/main" id="{B2023867-5283-4622-18DB-67D23A587C5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2256" y="5094514"/>
            <a:ext cx="1763486" cy="17634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7218936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9DC2B5-247B-734A-AB08-FADD82EDCB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39B5E64B-CE0E-C444-835E-F736BE39C3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136526"/>
            <a:ext cx="9601200" cy="1653371"/>
          </a:xfrm>
        </p:spPr>
        <p:txBody>
          <a:bodyPr rtlCol="0" anchor="b">
            <a:normAutofit/>
          </a:bodyPr>
          <a:lstStyle>
            <a:defPPr>
              <a:defRPr lang="es-ES"/>
            </a:defPPr>
          </a:lstStyle>
          <a:p>
            <a:r>
              <a:t>Replicación Snapshot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96AA5A5-9977-1BD9-9AD7-1AD3FCEC49B9}"/>
              </a:ext>
            </a:extLst>
          </p:cNvPr>
          <p:cNvSpPr>
            <a:spLocks noGrp="1" noChangeArrowheads="1"/>
          </p:cNvSpPr>
          <p:nvPr>
            <p:ph idx="10"/>
          </p:nvPr>
        </p:nvSpPr>
        <p:spPr bwMode="auto">
          <a:xfrm>
            <a:off x="1249311" y="2008675"/>
            <a:ext cx="10942689" cy="142032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t>Realiza una copia completa de los datos en un momento determinado. Es simple de implementar y adecuada cuando los cambios son poco frecuentes.</a:t>
            </a:r>
          </a:p>
        </p:txBody>
      </p:sp>
      <p:pic>
        <p:nvPicPr>
          <p:cNvPr id="2" name="Picture 2" descr="Copias De Seguridad Completa, Diferencial E Incremental. ¿Cuál Elegir?">
            <a:extLst>
              <a:ext uri="{FF2B5EF4-FFF2-40B4-BE49-F238E27FC236}">
                <a16:creationId xmlns:a16="http://schemas.microsoft.com/office/drawing/2014/main" id="{BB9FBDBD-6367-EE9A-1D44-39A9E49011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26609" y="4578349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0389180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CFA891E-625D-287A-D5F0-F7835F91B5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F5AFCCC6-5676-8003-E6B1-0288FF89611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67492" y="136526"/>
            <a:ext cx="9601200" cy="1653371"/>
          </a:xfrm>
        </p:spPr>
        <p:txBody>
          <a:bodyPr rtlCol="0" anchor="b">
            <a:normAutofit/>
          </a:bodyPr>
          <a:lstStyle>
            <a:defPPr>
              <a:defRPr lang="es-ES"/>
            </a:defPPr>
          </a:lstStyle>
          <a:p>
            <a:r>
              <a:t>Ventajas Snapshot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2F34550-AA3C-90BD-0D2A-755A021A8733}"/>
              </a:ext>
            </a:extLst>
          </p:cNvPr>
          <p:cNvSpPr>
            <a:spLocks noGrp="1" noChangeArrowheads="1"/>
          </p:cNvSpPr>
          <p:nvPr>
            <p:ph idx="10"/>
          </p:nvPr>
        </p:nvSpPr>
        <p:spPr bwMode="auto">
          <a:xfrm>
            <a:off x="1167492" y="2321699"/>
            <a:ext cx="9362856" cy="28212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t>Configuración sencilla.</a:t>
            </a:r>
          </a:p>
          <a:p>
            <a:r>
              <a:t>Bajo costo administrativo.</a:t>
            </a:r>
          </a:p>
          <a:p>
            <a:r>
              <a:t>Ideal para catálogos y tablas estáticas.</a:t>
            </a:r>
          </a:p>
          <a:p>
            <a:r>
              <a:t>No requiere seguimiento continuo de transacciones.</a:t>
            </a:r>
          </a:p>
        </p:txBody>
      </p:sp>
      <p:pic>
        <p:nvPicPr>
          <p:cNvPr id="2" name="Picture 2" descr="Teorías - Iconos gratis de educación">
            <a:extLst>
              <a:ext uri="{FF2B5EF4-FFF2-40B4-BE49-F238E27FC236}">
                <a16:creationId xmlns:a16="http://schemas.microsoft.com/office/drawing/2014/main" id="{E530E14F-81E5-CA13-A712-98D9E3B27AB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445523" y="0"/>
            <a:ext cx="1746477" cy="174647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3408495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46412F-20DA-2820-0F9B-C1F3168ABA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694336F9-1612-728E-E93E-FB98046CE72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42545" y="604072"/>
            <a:ext cx="6906798" cy="848223"/>
          </a:xfrm>
        </p:spPr>
        <p:txBody>
          <a:bodyPr rtlCol="0" anchor="b">
            <a:normAutofit/>
          </a:bodyPr>
          <a:lstStyle>
            <a:defPPr>
              <a:defRPr lang="es-ES"/>
            </a:defPPr>
          </a:lstStyle>
          <a:p>
            <a:r>
              <a:rPr dirty="0"/>
              <a:t>Desventajas </a:t>
            </a:r>
            <a:r>
              <a:rPr dirty="0" err="1"/>
              <a:t>Snapshot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10652485-0B1B-B363-20C0-2737D56B1FEC}"/>
              </a:ext>
            </a:extLst>
          </p:cNvPr>
          <p:cNvSpPr>
            <a:spLocks noGrp="1" noChangeArrowheads="1"/>
          </p:cNvSpPr>
          <p:nvPr>
            <p:ph idx="10"/>
          </p:nvPr>
        </p:nvSpPr>
        <p:spPr bwMode="auto">
          <a:xfrm>
            <a:off x="1214081" y="2143125"/>
            <a:ext cx="7222347" cy="145680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marL="342900" indent="-342900">
              <a:buFont typeface="Arial" panose="020B0604020202020204" pitchFamily="34" charset="0"/>
              <a:buChar char="•"/>
            </a:pPr>
            <a:r>
              <a:rPr dirty="0"/>
              <a:t>Puede consumir ancho de banda elevado.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dirty="0"/>
              <a:t>No es adecuada para cambios frecuentes.</a:t>
            </a:r>
          </a:p>
          <a:p>
            <a:pPr marL="342900" indent="-342900">
              <a:buFont typeface="Arial" panose="020B0604020202020204" pitchFamily="34" charset="0"/>
              <a:buChar char="•"/>
            </a:pPr>
            <a:r>
              <a:rPr dirty="0"/>
              <a:t>La información puede quedar desactualizada entre sincronizaciones.</a:t>
            </a:r>
          </a:p>
        </p:txBody>
      </p:sp>
      <p:pic>
        <p:nvPicPr>
          <p:cNvPr id="7170" name="Picture 2" descr="Icono de Monitoreo de internet Generic color lineal-color | Freepik">
            <a:extLst>
              <a:ext uri="{FF2B5EF4-FFF2-40B4-BE49-F238E27FC236}">
                <a16:creationId xmlns:a16="http://schemas.microsoft.com/office/drawing/2014/main" id="{072BA32C-56FD-A139-E3CE-3E86850D1D9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12952" y="4714875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7180517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0778C-D48F-1360-0640-D8B8924A4E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27ADFECE-C36C-2C6A-CE64-59794DD5FD1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3029" y="516048"/>
            <a:ext cx="6401205" cy="821176"/>
          </a:xfrm>
        </p:spPr>
        <p:txBody>
          <a:bodyPr rtlCol="0" anchor="b">
            <a:normAutofit/>
          </a:bodyPr>
          <a:lstStyle>
            <a:defPPr>
              <a:defRPr lang="es-ES"/>
            </a:defPPr>
          </a:lstStyle>
          <a:p>
            <a:r>
              <a:rPr dirty="0"/>
              <a:t>Replicación </a:t>
            </a:r>
            <a:r>
              <a:rPr dirty="0" err="1"/>
              <a:t>Transactional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33BBA75-D35E-E74A-DC64-1570B8A5D502}"/>
              </a:ext>
            </a:extLst>
          </p:cNvPr>
          <p:cNvSpPr>
            <a:spLocks noGrp="1" noChangeArrowheads="1"/>
          </p:cNvSpPr>
          <p:nvPr>
            <p:ph idx="10"/>
          </p:nvPr>
        </p:nvSpPr>
        <p:spPr bwMode="auto">
          <a:xfrm>
            <a:off x="1066799" y="2160909"/>
            <a:ext cx="8823698" cy="64633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r>
              <a:rPr dirty="0"/>
              <a:t>Captura cambios desde el log de transacciones y los distribuye casi en tiempo real. Es la más utilizada en ambientes empresariales.</a:t>
            </a:r>
          </a:p>
        </p:txBody>
      </p:sp>
      <p:pic>
        <p:nvPicPr>
          <p:cNvPr id="7172" name="Picture 4" descr="Datos transaccionales - Iconos gratis de computadora">
            <a:extLst>
              <a:ext uri="{FF2B5EF4-FFF2-40B4-BE49-F238E27FC236}">
                <a16:creationId xmlns:a16="http://schemas.microsoft.com/office/drawing/2014/main" id="{C5E9A890-6447-D95E-2E0D-855F2041713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17753" y="4714875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73166439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0B46AB-8611-4BB8-3844-03919C9166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6AFA7BA5-C16B-F082-5734-40CCA06460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3029" y="516048"/>
            <a:ext cx="6401205" cy="821176"/>
          </a:xfrm>
        </p:spPr>
        <p:txBody>
          <a:bodyPr rtlCol="0" anchor="b">
            <a:normAutofit/>
          </a:bodyPr>
          <a:lstStyle>
            <a:defPPr>
              <a:defRPr lang="es-ES"/>
            </a:defPPr>
          </a:lstStyle>
          <a:p>
            <a:r>
              <a:t>Ventajas Transactional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4E497E6-094B-C160-327C-387A1451A66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99881" y="1333407"/>
            <a:ext cx="7222347" cy="47961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defPPr>
              <a:defRPr lang="es-ES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3464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66928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0392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3856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400" b="1" dirty="0"/>
              <a:t>Actualización casi en tiempo real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400" b="1" dirty="0"/>
              <a:t>Alta consistencia de los datos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400" b="1" dirty="0"/>
              <a:t>Reduce la carga del servidor principal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400" b="1" dirty="0"/>
              <a:t>Excelente para sistemas OLTP </a:t>
            </a:r>
            <a:r>
              <a:rPr lang="es-CR" sz="1400" b="1" dirty="0"/>
              <a:t>(Bancarios, ERP, CRM…)</a:t>
            </a:r>
            <a:endParaRPr lang="es-MX" sz="1400" b="1" dirty="0"/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400" b="1" dirty="0"/>
              <a:t>Escalabilidad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400" b="1" dirty="0"/>
              <a:t>Soporte para múltiples </a:t>
            </a:r>
            <a:r>
              <a:rPr lang="es-MX" sz="1400" b="1" dirty="0" err="1"/>
              <a:t>Subscribers</a:t>
            </a:r>
            <a:endParaRPr lang="es-MX" sz="1400" b="1" dirty="0"/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400" b="1" dirty="0"/>
              <a:t>Baja utilización de ancho de banda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400" b="1" dirty="0"/>
              <a:t>Disponibilidad de datos en diferentes ubicaciones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400" b="1" dirty="0"/>
              <a:t>Facilita la generación de reportes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400" b="1" dirty="0"/>
              <a:t>Menor impacto en los usuarios finales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400" b="1" dirty="0"/>
              <a:t>Compatible con filtros y publicaciones específicas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400" b="1" dirty="0"/>
              <a:t>Permite estrategias de recuperación ante desastres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400" b="1" dirty="0"/>
              <a:t>Monitoreo integrado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400" b="1" dirty="0"/>
              <a:t>Mantiene el orden de las transacciones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400" b="1" dirty="0"/>
              <a:t>Fácil integración con servidores de reportes y BI</a:t>
            </a:r>
          </a:p>
        </p:txBody>
      </p:sp>
    </p:spTree>
    <p:extLst>
      <p:ext uri="{BB962C8B-B14F-4D97-AF65-F5344CB8AC3E}">
        <p14:creationId xmlns:p14="http://schemas.microsoft.com/office/powerpoint/2010/main" val="162590405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FE542C-18BE-C6E1-599F-B7F9ED54F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B3C17AB1-16B7-5CD3-F35F-B2DC4420934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436572" y="0"/>
            <a:ext cx="6401205" cy="821176"/>
          </a:xfrm>
        </p:spPr>
        <p:txBody>
          <a:bodyPr rtlCol="0" anchor="b">
            <a:normAutofit/>
          </a:bodyPr>
          <a:lstStyle>
            <a:defPPr>
              <a:defRPr lang="es-ES"/>
            </a:defPPr>
          </a:lstStyle>
          <a:p>
            <a:r>
              <a:rPr dirty="0"/>
              <a:t>Desventajas </a:t>
            </a:r>
            <a:r>
              <a:rPr dirty="0" err="1"/>
              <a:t>Transactional</a:t>
            </a:r>
            <a:endParaRPr dirty="0"/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99CFE68F-0123-F96D-36C3-E1D6AFC1DCC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36572" y="821176"/>
            <a:ext cx="9655971" cy="557588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defPPr>
              <a:defRPr lang="es-ES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3464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66928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0392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3856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100" b="1" dirty="0"/>
              <a:t>Mayor complejidad de configuración y administración.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100" b="1" dirty="0"/>
              <a:t>Requiere monitoreo constante.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100" b="1" dirty="0"/>
              <a:t>Dependencia del </a:t>
            </a:r>
            <a:r>
              <a:rPr lang="es-MX" sz="1100" b="1" dirty="0" err="1"/>
              <a:t>Transaction</a:t>
            </a:r>
            <a:r>
              <a:rPr lang="es-MX" sz="1100" b="1" dirty="0"/>
              <a:t> Log.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100" b="1" dirty="0"/>
              <a:t>Incremento en el uso de recursos del servidor.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100" b="1" dirty="0"/>
              <a:t>Consumo adicional de ancho de banda de red.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100" b="1" dirty="0"/>
              <a:t>Posible aumento de la latencia en períodos de alta carga.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100" b="1" dirty="0"/>
              <a:t>Dificultad para solucionar errores de sincronización.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100" b="1" dirty="0"/>
              <a:t>No está diseñada para modificaciones frecuentes en los </a:t>
            </a:r>
            <a:r>
              <a:rPr lang="es-MX" sz="1100" b="1" dirty="0" err="1"/>
              <a:t>Subscribers</a:t>
            </a:r>
            <a:r>
              <a:rPr lang="es-MX" sz="1100" b="1" dirty="0"/>
              <a:t>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100" b="1" dirty="0"/>
              <a:t>Puede generar crecimiento acelerado del </a:t>
            </a:r>
            <a:r>
              <a:rPr lang="es-MX" sz="1100" b="1" dirty="0" err="1"/>
              <a:t>Transaction</a:t>
            </a:r>
            <a:r>
              <a:rPr lang="es-MX" sz="1100" b="1" dirty="0"/>
              <a:t> Log.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100" b="1" dirty="0"/>
              <a:t>Requiere mantenimiento de agentes y servicios de replicación.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100" b="1" dirty="0"/>
              <a:t>Mayor complejidad en ambientes con múltiples servidores.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100" b="1" dirty="0"/>
              <a:t>Dependencia de una conectividad estable entre nodos.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100" b="1" dirty="0"/>
              <a:t>Puede afectar el rendimiento del Publisher en sistemas muy transaccionales.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100" b="1" dirty="0"/>
              <a:t>Recuperar una replicación dañada puede ser un proceso complejo.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100" b="1" dirty="0"/>
              <a:t>No sustituye las estrategias de respaldo y recuperación.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100" b="1" dirty="0"/>
              <a:t>Incrementa los costos de administración e infraestructura.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100" b="1" dirty="0"/>
              <a:t>Posibles problemas de seguridad si las comunicaciones no están correctamente configuradas.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100" b="1" dirty="0"/>
              <a:t>Requiere planificación cuidadosa para cambios de esquema en las tablas replicadas.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100" b="1" dirty="0"/>
              <a:t>La pérdida o corrupción del Distributor puede afectar toda la topología de replicación.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100" b="1" dirty="0"/>
              <a:t>La resolución de incidencias suele requerir conocimientos avanzados de SQL Server.</a:t>
            </a:r>
          </a:p>
        </p:txBody>
      </p:sp>
    </p:spTree>
    <p:extLst>
      <p:ext uri="{BB962C8B-B14F-4D97-AF65-F5344CB8AC3E}">
        <p14:creationId xmlns:p14="http://schemas.microsoft.com/office/powerpoint/2010/main" val="18645663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7387E0-297C-5ED5-F735-7FD5709EE3E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9E5D1A86-F4C2-EA56-947E-0463118F50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3029" y="516048"/>
            <a:ext cx="6401205" cy="821176"/>
          </a:xfrm>
        </p:spPr>
        <p:txBody>
          <a:bodyPr rtlCol="0" anchor="b">
            <a:normAutofit/>
          </a:bodyPr>
          <a:lstStyle>
            <a:defPPr>
              <a:defRPr lang="es-ES"/>
            </a:defPPr>
          </a:lstStyle>
          <a:p>
            <a:r>
              <a:t>Replicación Merge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EA256A1D-C73E-8492-F906-4EF8D2E81E5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9572" y="1791439"/>
            <a:ext cx="8823698" cy="243656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defPPr>
              <a:defRPr lang="es-ES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3464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66928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0392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3856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 dirty="0"/>
              <a:t>Permite que tanto el servidor publicador (Publisher) como los servidores suscriptores (</a:t>
            </a:r>
            <a:r>
              <a:rPr lang="es-MX" dirty="0" err="1"/>
              <a:t>Subscribers</a:t>
            </a:r>
            <a:r>
              <a:rPr lang="es-MX" dirty="0"/>
              <a:t>) realicen modificaciones en los datos de forma independiente. Posteriormente, cuando los servidores se conectan nuevamente, SQL Server sincroniza los cambios realizados en cada uno de ellos y resuelve automáticamente los posibles conflictos que puedan surgir.</a:t>
            </a:r>
          </a:p>
          <a:p>
            <a:r>
              <a:rPr lang="es-MX" dirty="0"/>
              <a:t>Es especialmente útil en entornos donde los usuarios trabajan de manera desconectada o con conexiones intermitentes, como sucursales remotas, dispositivos móviles o sistemas distribuidos geográficamente.</a:t>
            </a:r>
          </a:p>
        </p:txBody>
      </p:sp>
      <p:pic>
        <p:nvPicPr>
          <p:cNvPr id="9218" name="Picture 2" descr="Desconectar - Iconos gratis de computadora">
            <a:extLst>
              <a:ext uri="{FF2B5EF4-FFF2-40B4-BE49-F238E27FC236}">
                <a16:creationId xmlns:a16="http://schemas.microsoft.com/office/drawing/2014/main" id="{8DFD5CC0-DCAD-7843-2756-1F83FF54B53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8010" y="4682218"/>
            <a:ext cx="2143125" cy="21431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96515123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4DEC7B-2BA9-FFF1-9C62-463781F8F23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6C7A7B49-E533-F863-DFE9-ADA41E579C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3029" y="516048"/>
            <a:ext cx="6401205" cy="821176"/>
          </a:xfrm>
        </p:spPr>
        <p:txBody>
          <a:bodyPr rtlCol="0" anchor="b">
            <a:normAutofit/>
          </a:bodyPr>
          <a:lstStyle>
            <a:defPPr>
              <a:defRPr lang="es-ES"/>
            </a:defPPr>
          </a:lstStyle>
          <a:p>
            <a:r>
              <a:rPr dirty="0"/>
              <a:t>Características principales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16B1E7B4-8A27-65FC-A2A6-F5FA6E56FC1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69572" y="2014577"/>
            <a:ext cx="8823698" cy="199028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defPPr>
              <a:defRPr lang="es-ES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3464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66928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0392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3856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s-MX"/>
              <a:t>Permite modificaciones en múltiples servidores.</a:t>
            </a:r>
          </a:p>
          <a:p>
            <a:r>
              <a:rPr lang="es-MX"/>
              <a:t>Funciona incluso con conexiones intermitentes.</a:t>
            </a:r>
          </a:p>
          <a:p>
            <a:r>
              <a:rPr lang="es-MX"/>
              <a:t>Sincroniza cambios de forma bidireccional.</a:t>
            </a:r>
          </a:p>
          <a:p>
            <a:r>
              <a:rPr lang="es-MX"/>
              <a:t>Incluye mecanismos de detección y resolución de conflictos.</a:t>
            </a:r>
          </a:p>
          <a:p>
            <a:r>
              <a:rPr lang="es-MX"/>
              <a:t>Es ideal para entornos distribuidos y usuarios móviles.</a:t>
            </a:r>
            <a:endParaRPr lang="es-MX" dirty="0"/>
          </a:p>
        </p:txBody>
      </p:sp>
    </p:spTree>
    <p:extLst>
      <p:ext uri="{BB962C8B-B14F-4D97-AF65-F5344CB8AC3E}">
        <p14:creationId xmlns:p14="http://schemas.microsoft.com/office/powerpoint/2010/main" val="337171591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2868CC9-49FF-C3F5-E8C8-43657DD348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7E07BE3B-9D5D-29C1-2C17-92D56EBFA4F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3029" y="516048"/>
            <a:ext cx="6401205" cy="821176"/>
          </a:xfrm>
        </p:spPr>
        <p:txBody>
          <a:bodyPr rtlCol="0" anchor="b">
            <a:normAutofit/>
          </a:bodyPr>
          <a:lstStyle>
            <a:defPPr>
              <a:defRPr lang="es-ES"/>
            </a:defPPr>
          </a:lstStyle>
          <a:p>
            <a:r>
              <a:t>Ventajas Merge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87933C3F-1AC0-0A7F-6FEE-1D47AC7637B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34567" y="2040844"/>
            <a:ext cx="7222347" cy="309828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defPPr>
              <a:defRPr lang="es-ES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3464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66928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0392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3856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800" b="1" dirty="0"/>
              <a:t>Permite realizar cambios tanto en el Publisher como en los </a:t>
            </a:r>
            <a:r>
              <a:rPr lang="es-MX" sz="1800" b="1" dirty="0" err="1"/>
              <a:t>Subscribers</a:t>
            </a:r>
            <a:r>
              <a:rPr lang="es-MX" sz="1800" b="1" dirty="0"/>
              <a:t>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800" b="1" dirty="0"/>
              <a:t>Funciona correctamente en entornos con conexiones intermitentes o desconectadas.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800" b="1" dirty="0"/>
              <a:t>Sincroniza automáticamente los cambios cuando los servidores vuelven a conectarse.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800" b="1" dirty="0"/>
              <a:t>Ideal para sucursales remotas, dispositivos móviles y usuarios distribuidos geográficamente.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800" b="1" dirty="0"/>
              <a:t>Incluye mecanismos automáticos para detectar y resolver conflictos de datos.</a:t>
            </a:r>
          </a:p>
        </p:txBody>
      </p:sp>
    </p:spTree>
    <p:extLst>
      <p:ext uri="{BB962C8B-B14F-4D97-AF65-F5344CB8AC3E}">
        <p14:creationId xmlns:p14="http://schemas.microsoft.com/office/powerpoint/2010/main" val="405170101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EA6E41-1153-88F7-98FB-6E43E13984D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662881DA-B54E-6984-C93C-44477A59067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393029" y="516048"/>
            <a:ext cx="6401205" cy="821176"/>
          </a:xfrm>
        </p:spPr>
        <p:txBody>
          <a:bodyPr rtlCol="0" anchor="b">
            <a:normAutofit/>
          </a:bodyPr>
          <a:lstStyle>
            <a:defPPr>
              <a:defRPr lang="es-ES"/>
            </a:defPPr>
          </a:lstStyle>
          <a:p>
            <a:r>
              <a:t>Ventajas Merge</a:t>
            </a:r>
          </a:p>
        </p:txBody>
      </p:sp>
      <p:sp>
        <p:nvSpPr>
          <p:cNvPr id="2" name="Rectangle 2">
            <a:extLst>
              <a:ext uri="{FF2B5EF4-FFF2-40B4-BE49-F238E27FC236}">
                <a16:creationId xmlns:a16="http://schemas.microsoft.com/office/drawing/2014/main" id="{5D2BF6CE-225E-8BB3-D6FE-75D2DDFE20F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649509" y="2279257"/>
            <a:ext cx="8463319" cy="259968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square" lIns="91440" tIns="45720" rIns="91440" bIns="45720" numCol="1" rtlCol="0" anchor="ctr" anchorCtr="0" compatLnSpc="1">
            <a:prstTxWarp prst="textNoShape">
              <a:avLst/>
            </a:prstTxWarp>
            <a:spAutoFit/>
          </a:bodyPr>
          <a:lstStyle>
            <a:defPPr>
              <a:defRPr lang="es-ES"/>
            </a:defPPr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283464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566928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850392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133856" indent="-283464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lang="es-ES"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lang="es-ES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800" b="1" dirty="0"/>
              <a:t>Es más compleja de configurar y administrar que otros tipos de replicación.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800" b="1" dirty="0"/>
              <a:t>Puede generar conflictos cuando varios usuarios modifican los mismos datos.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800" b="1" dirty="0"/>
              <a:t>Consume más recursos de procesamiento y almacenamiento debido al seguimiento de cambios.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800" b="1" dirty="0"/>
              <a:t>La sincronización puede ser más lenta en bases de datos grandes o con muchos cambios.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s-MX" sz="1800" b="1" dirty="0"/>
              <a:t>El diagnóstico y resolución de problemas suele ser más complicado que en la replicación transaccional.</a:t>
            </a:r>
          </a:p>
        </p:txBody>
      </p:sp>
    </p:spTree>
    <p:extLst>
      <p:ext uri="{BB962C8B-B14F-4D97-AF65-F5344CB8AC3E}">
        <p14:creationId xmlns:p14="http://schemas.microsoft.com/office/powerpoint/2010/main" val="152612415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A48A876-7543-6125-E5E5-1AFA7CAF7B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ítulo 5">
            <a:extLst>
              <a:ext uri="{FF2B5EF4-FFF2-40B4-BE49-F238E27FC236}">
                <a16:creationId xmlns:a16="http://schemas.microsoft.com/office/drawing/2014/main" id="{4F99A5A0-44FF-8C26-5D2B-85AC2AC4C4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73396" y="286522"/>
            <a:ext cx="3178563" cy="495156"/>
          </a:xfrm>
        </p:spPr>
        <p:txBody>
          <a:bodyPr rtlCol="0" anchor="b">
            <a:normAutofit fontScale="90000"/>
          </a:bodyPr>
          <a:lstStyle>
            <a:defPPr>
              <a:defRPr lang="es-ES"/>
            </a:defPPr>
          </a:lstStyle>
          <a:p>
            <a:r>
              <a:t>Peer-to-Peer</a:t>
            </a:r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C169706F-8F58-41D9-5EBE-36776B67883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206409" y="1508461"/>
            <a:ext cx="9779182" cy="3841078"/>
          </a:xfrm>
        </p:spPr>
        <p:txBody>
          <a:bodyPr rtlCol="0">
            <a:normAutofit/>
          </a:bodyPr>
          <a:lstStyle>
            <a:defPPr>
              <a:defRPr lang="es-ES"/>
            </a:defPPr>
          </a:lstStyle>
          <a:p>
            <a:r>
              <a:t>Extensión de la replicación transaccional donde varios nodos participan activamente. Se utiliza para alta disponibilidad y escalabilidad.</a:t>
            </a:r>
          </a:p>
        </p:txBody>
      </p:sp>
      <p:pic>
        <p:nvPicPr>
          <p:cNvPr id="12290" name="Picture 2" descr="Nodos - Iconos gratis de negocio">
            <a:extLst>
              <a:ext uri="{FF2B5EF4-FFF2-40B4-BE49-F238E27FC236}">
                <a16:creationId xmlns:a16="http://schemas.microsoft.com/office/drawing/2014/main" id="{FB6D1DA0-B60F-2DDB-FFBE-E1EFC2A589E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19552" y="3597996"/>
            <a:ext cx="2823105" cy="282310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322648065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ítulo 6">
            <a:extLst>
              <a:ext uri="{FF2B5EF4-FFF2-40B4-BE49-F238E27FC236}">
                <a16:creationId xmlns:a16="http://schemas.microsoft.com/office/drawing/2014/main" id="{81C753FD-96EC-101A-B8A4-5F69A189BE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158864" y="102021"/>
            <a:ext cx="9779183" cy="1744415"/>
          </a:xfrm>
        </p:spPr>
        <p:txBody>
          <a:bodyPr rtlCol="0" anchor="b">
            <a:normAutofit/>
          </a:bodyPr>
          <a:lstStyle>
            <a:defPPr>
              <a:defRPr lang="es-ES"/>
            </a:defPPr>
          </a:lstStyle>
          <a:p>
            <a:r>
              <a:rPr dirty="0"/>
              <a:t>Agentes de replicación</a:t>
            </a:r>
          </a:p>
        </p:txBody>
      </p:sp>
      <p:sp>
        <p:nvSpPr>
          <p:cNvPr id="12" name="Content Placeholder 2">
            <a:extLst>
              <a:ext uri="{FF2B5EF4-FFF2-40B4-BE49-F238E27FC236}">
                <a16:creationId xmlns:a16="http://schemas.microsoft.com/office/drawing/2014/main" id="{E9C7DD6A-6BE0-4511-05D3-ABA10FC493A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8865" y="2017467"/>
            <a:ext cx="9779182" cy="3366815"/>
          </a:xfrm>
        </p:spPr>
        <p:txBody>
          <a:bodyPr/>
          <a:lstStyle/>
          <a:p>
            <a:r>
              <a:rPr lang="es-MX" dirty="0"/>
              <a:t>Son procesos ejecutados por </a:t>
            </a:r>
            <a:r>
              <a:rPr lang="es-MX" b="1" dirty="0"/>
              <a:t>SQL Server Agent</a:t>
            </a:r>
            <a:r>
              <a:rPr lang="es-MX" dirty="0"/>
              <a:t> que se encargan de copiar, distribuir, sincronizar y monitorear los datos entre el Publisher, Distributor y </a:t>
            </a:r>
            <a:r>
              <a:rPr lang="es-MX" dirty="0" err="1"/>
              <a:t>Subscriber</a:t>
            </a:r>
            <a:r>
              <a:rPr lang="es-MX" dirty="0"/>
              <a:t>.</a:t>
            </a:r>
          </a:p>
          <a:p>
            <a:r>
              <a:rPr lang="es-MX" dirty="0"/>
              <a:t>Cada tipo de replicación utiliza uno o varios agentes especializados para realizar tareas específicas dentro del proceso de replicación.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967352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Flujo de replicación transaccional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1. Cambio en Publisher.</a:t>
            </a:r>
          </a:p>
          <a:p>
            <a:r>
              <a:t>2. Registro en Transaction Log.</a:t>
            </a:r>
          </a:p>
          <a:p>
            <a:r>
              <a:t>3. Captura por Log Reader.</a:t>
            </a:r>
          </a:p>
          <a:p>
            <a:r>
              <a:t>4. Distribución.</a:t>
            </a:r>
          </a:p>
          <a:p>
            <a:r>
              <a:t>5. Aplicación en Subscriber.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Monitoreo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SQL Server incluye Replication Monitor para supervisar latencia, errores, agentes y rendimiento de la replicación.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Problemas comunes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Latencia elevada.</a:t>
            </a:r>
          </a:p>
          <a:p>
            <a:r>
              <a:t>Agentes detenidos.</a:t>
            </a:r>
          </a:p>
          <a:p>
            <a:r>
              <a:t>Conflictos de datos.</a:t>
            </a:r>
          </a:p>
          <a:p>
            <a:r>
              <a:t>Problemas de red.</a:t>
            </a:r>
          </a:p>
          <a:p>
            <a:r>
              <a:t>Crecimiento excesivo del Transaction Log.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Buenas prácticas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Monitorear constantemente.</a:t>
            </a:r>
          </a:p>
          <a:p>
            <a:r>
              <a:t>Respaldar Publisher y Distributor.</a:t>
            </a:r>
          </a:p>
          <a:p>
            <a:r>
              <a:t>Documentar la topología.</a:t>
            </a:r>
          </a:p>
          <a:p>
            <a:r>
              <a:t>Probar antes de producción.</a:t>
            </a:r>
          </a:p>
          <a:p>
            <a:r>
              <a:t>Evitar replicar datos innecesarios.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Replicación vs Backup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Un backup protege contra pérdida de datos. La replicación distribuye datos. No son tecnologías equivalentes ni sustitutas.</a:t>
            </a:r>
          </a:p>
        </p:txBody>
      </p:sp>
      <p:pic>
        <p:nvPicPr>
          <p:cNvPr id="14340" name="Picture 4" descr="Amazon S3 Backup vs Replication: Key Differences &amp; Best Use Cases">
            <a:extLst>
              <a:ext uri="{FF2B5EF4-FFF2-40B4-BE49-F238E27FC236}">
                <a16:creationId xmlns:a16="http://schemas.microsoft.com/office/drawing/2014/main" id="{50E3DE13-D108-C687-DCB5-DE9E7B8440B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3688" y="4501100"/>
            <a:ext cx="3546543" cy="210842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C73AA9-3E1C-ADCD-85EA-5ECB710DE99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357F0E-7C63-0CBC-CCB3-B88516E0CD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45950" y="356180"/>
            <a:ext cx="3717936" cy="725207"/>
          </a:xfrm>
        </p:spPr>
        <p:txBody>
          <a:bodyPr/>
          <a:lstStyle/>
          <a:p>
            <a:r>
              <a:rPr dirty="0"/>
              <a:t>Restricciones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DE8B068-3CF5-B7E5-7943-1084A6C248C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39122" y="1222810"/>
            <a:ext cx="9779182" cy="3366815"/>
          </a:xfrm>
        </p:spPr>
        <p:txBody>
          <a:bodyPr/>
          <a:lstStyle/>
          <a:p>
            <a:r>
              <a:rPr dirty="0"/>
              <a:t>Se debe de tener la </a:t>
            </a:r>
            <a:r>
              <a:rPr dirty="0" err="1"/>
              <a:t>versi</a:t>
            </a:r>
            <a:r>
              <a:rPr lang="es-CR" dirty="0" err="1"/>
              <a:t>ó</a:t>
            </a:r>
            <a:r>
              <a:rPr dirty="0"/>
              <a:t>n </a:t>
            </a:r>
            <a:r>
              <a:rPr dirty="0" err="1"/>
              <a:t>Developer</a:t>
            </a:r>
            <a:r>
              <a:rPr dirty="0"/>
              <a:t> o Enterprise para poder utilizar </a:t>
            </a:r>
            <a:r>
              <a:rPr dirty="0" err="1"/>
              <a:t>replicaci</a:t>
            </a:r>
            <a:r>
              <a:rPr lang="es-CR" dirty="0" err="1"/>
              <a:t>ó</a:t>
            </a:r>
            <a:r>
              <a:rPr dirty="0"/>
              <a:t>n de base de datos.</a:t>
            </a:r>
          </a:p>
          <a:p>
            <a:r>
              <a:rPr lang="es-ES" dirty="0"/>
              <a:t>Seleccionar la característica en la instalación de replicación para poder utilizarla.</a:t>
            </a:r>
            <a:endParaRPr dirty="0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E74ABC2-02C8-1D3D-90D7-EB0972105EE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45835" y="2906217"/>
            <a:ext cx="4439184" cy="391465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391649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dirty="0"/>
              <a:t>Laboratorio práctico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dirty="0"/>
              <a:t>Configurar la </a:t>
            </a:r>
            <a:r>
              <a:rPr dirty="0" err="1"/>
              <a:t>replicaci</a:t>
            </a:r>
            <a:r>
              <a:rPr lang="es-CR" dirty="0" err="1"/>
              <a:t>ó</a:t>
            </a:r>
            <a:r>
              <a:rPr dirty="0"/>
              <a:t>n de la base de datos del curso en una nueva base de datos restaurada como se vio en clase.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Resumen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La replicación permite distribuir datos eficientemente. La selección correcta depende de frecuencia de cambios, disponibilidad requerida y complejidad aceptable.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575494" y="2569028"/>
            <a:ext cx="4490822" cy="1062665"/>
          </a:xfrm>
        </p:spPr>
        <p:txBody>
          <a:bodyPr/>
          <a:lstStyle/>
          <a:p>
            <a:r>
              <a:rPr dirty="0"/>
              <a:t>¡Muchas Gracias!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ersonalizar">
  <a:themeElements>
    <a:clrScheme name="Universal Color Block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0068FF"/>
      </a:accent1>
      <a:accent2>
        <a:srgbClr val="DAE5EF"/>
      </a:accent2>
      <a:accent3>
        <a:srgbClr val="637183"/>
      </a:accent3>
      <a:accent4>
        <a:srgbClr val="434E5E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Custom 75">
      <a:majorFont>
        <a:latin typeface="Tenorite"/>
        <a:ea typeface=""/>
        <a:cs typeface=""/>
      </a:majorFont>
      <a:minorFont>
        <a:latin typeface="Tenorite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_73135420_TF45331398_Win32" id="{C0135C28-68A3-40E4-BC16-4AD80F3EE0C9}" vid="{17F0BC35-05E6-4450-B170-6A0CA2A0F36E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8" ma:contentTypeDescription="Create a new document." ma:contentTypeScope="" ma:versionID="60f5a4f2d2b0abadcf532d48ebf9cb71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7dd78129e6a1811f84807ad11c651531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  <xsd:element ref="ns2:MediaServiceDocTags" minOccurs="0"/>
                <xsd:element ref="ns2:MediaServiceObjectDetectorVersions" minOccurs="0"/>
                <xsd:element ref="ns2:MediaServiceSystemTag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ocTags" ma:index="30" nillable="true" ma:displayName="MediaServiceDocTags" ma:hidden="true" ma:internalName="MediaServiceDocTags" ma:readOnly="true">
      <xsd:simpleType>
        <xsd:restriction base="dms:Note"/>
      </xsd:simpleType>
    </xsd:element>
    <xsd:element name="MediaServiceObjectDetectorVersions" ma:index="31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  <xsd:element name="MediaServiceSystemTags" ma:index="32" nillable="true" ma:displayName="MediaServiceSystemTags" ma:hidden="true" ma:internalName="MediaServiceSystemTag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45A8381C-73EB-48EA-B45F-7B7C8C7DF409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61E98C35-9ECE-4425-BCBA-00E118C705CE}">
  <ds:schemaRefs>
    <ds:schemaRef ds:uri="http://schemas.microsoft.com/office/2006/metadata/properties"/>
    <ds:schemaRef ds:uri="http://schemas.microsoft.com/office/infopath/2007/PartnerControls"/>
    <ds:schemaRef ds:uri="http://schemas.microsoft.com/sharepoint/v3"/>
    <ds:schemaRef ds:uri="71af3243-3dd4-4a8d-8c0d-dd76da1f02a5"/>
    <ds:schemaRef ds:uri="230e9df3-be65-4c73-a93b-d1236ebd677e"/>
  </ds:schemaRefs>
</ds:datastoreItem>
</file>

<file path=customXml/itemProps3.xml><?xml version="1.0" encoding="utf-8"?>
<ds:datastoreItem xmlns:ds="http://schemas.openxmlformats.org/officeDocument/2006/customXml" ds:itemID="{5AA6A711-2C3F-4EC0-B88B-62D740851176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/>
</file>

<file path=docProps/app.xml><?xml version="1.0" encoding="utf-8"?>
<Properties xmlns="http://schemas.openxmlformats.org/officeDocument/2006/extended-properties" xmlns:vt="http://schemas.openxmlformats.org/officeDocument/2006/docPropsVTypes">
  <Template>Presentación universal</Template>
  <TotalTime>961</TotalTime>
  <Words>1174</Words>
  <Application>Microsoft Office PowerPoint</Application>
  <PresentationFormat>Panorámica</PresentationFormat>
  <Paragraphs>151</Paragraphs>
  <Slides>29</Slides>
  <Notes>20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29</vt:i4>
      </vt:variant>
    </vt:vector>
  </HeadingPairs>
  <TitlesOfParts>
    <vt:vector size="33" baseType="lpstr">
      <vt:lpstr>Arial</vt:lpstr>
      <vt:lpstr>Calibri</vt:lpstr>
      <vt:lpstr>Tenorite</vt:lpstr>
      <vt:lpstr>Personalizar</vt:lpstr>
      <vt:lpstr>IF-5100 Administración de Bases de Datos Informática Empresarial</vt:lpstr>
      <vt:lpstr>¿Qué es la replicación?</vt:lpstr>
      <vt:lpstr>¿Por qué surge la replicación?</vt:lpstr>
      <vt:lpstr>Objetivos principales</vt:lpstr>
      <vt:lpstr>Conceptos fundamentales</vt:lpstr>
      <vt:lpstr>Arquitectura general</vt:lpstr>
      <vt:lpstr>Publication y Articles</vt:lpstr>
      <vt:lpstr>Tipos de replicación</vt:lpstr>
      <vt:lpstr>Replicación Snapshot</vt:lpstr>
      <vt:lpstr>Ventajas Snapshot</vt:lpstr>
      <vt:lpstr>Desventajas Snapshot</vt:lpstr>
      <vt:lpstr>Replicación Transactional</vt:lpstr>
      <vt:lpstr>Ventajas Transactional</vt:lpstr>
      <vt:lpstr>Desventajas Transactional</vt:lpstr>
      <vt:lpstr>Replicación Merge</vt:lpstr>
      <vt:lpstr>Características principales</vt:lpstr>
      <vt:lpstr>Ventajas Merge</vt:lpstr>
      <vt:lpstr>Ventajas Merge</vt:lpstr>
      <vt:lpstr>Peer-to-Peer</vt:lpstr>
      <vt:lpstr>Agentes de replicación</vt:lpstr>
      <vt:lpstr>Flujo de replicación transaccional</vt:lpstr>
      <vt:lpstr>Monitoreo</vt:lpstr>
      <vt:lpstr>Problemas comunes</vt:lpstr>
      <vt:lpstr>Buenas prácticas</vt:lpstr>
      <vt:lpstr>Replicación vs Backup</vt:lpstr>
      <vt:lpstr>Restricciones</vt:lpstr>
      <vt:lpstr>Laboratorio práctico</vt:lpstr>
      <vt:lpstr>Resumen</vt:lpstr>
      <vt:lpstr>¡Muchas Gracias!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QUESADA CASTILLO RANDALL JOSUE</dc:creator>
  <cp:lastModifiedBy>QUESADA CASTILLO RANDALL JOSUE</cp:lastModifiedBy>
  <cp:revision>5</cp:revision>
  <dcterms:created xsi:type="dcterms:W3CDTF">2026-03-09T18:31:26Z</dcterms:created>
  <dcterms:modified xsi:type="dcterms:W3CDTF">2026-06-09T18:23:46Z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