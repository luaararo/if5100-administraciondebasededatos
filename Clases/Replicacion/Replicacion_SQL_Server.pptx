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361" r:id="rId6"/>
    <p:sldId id="364" r:id="rId7"/>
    <p:sldId id="355" r:id="rId8"/>
    <p:sldId id="304" r:id="rId9"/>
    <p:sldId id="328" r:id="rId10"/>
    <p:sldId id="365" r:id="rId11"/>
    <p:sldId id="366" r:id="rId12"/>
    <p:sldId id="367" r:id="rId13"/>
    <p:sldId id="368" r:id="rId14"/>
    <p:sldId id="370" r:id="rId15"/>
    <p:sldId id="371" r:id="rId16"/>
    <p:sldId id="375" r:id="rId17"/>
    <p:sldId id="376" r:id="rId18"/>
    <p:sldId id="377" r:id="rId19"/>
    <p:sldId id="390" r:id="rId20"/>
    <p:sldId id="378" r:id="rId21"/>
    <p:sldId id="391" r:id="rId22"/>
    <p:sldId id="353" r:id="rId23"/>
    <p:sldId id="296" r:id="rId24"/>
    <p:sldId id="380" r:id="rId25"/>
    <p:sldId id="381" r:id="rId26"/>
    <p:sldId id="382" r:id="rId27"/>
    <p:sldId id="383" r:id="rId28"/>
    <p:sldId id="384" r:id="rId29"/>
    <p:sldId id="392" r:id="rId30"/>
    <p:sldId id="386" r:id="rId31"/>
    <p:sldId id="388" r:id="rId32"/>
    <p:sldId id="389" r:id="rId3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3DCF2-0467-4F49-92CA-9635411CD6BB}" v="41" dt="2026-04-14T16:37:18.169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79661" autoAdjust="0"/>
  </p:normalViewPr>
  <p:slideViewPr>
    <p:cSldViewPr snapToGrid="0">
      <p:cViewPr varScale="1">
        <p:scale>
          <a:sx n="65" d="100"/>
          <a:sy n="65" d="100"/>
        </p:scale>
        <p:origin x="1445" y="53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ESADA CASTILLO RANDALL JOSUE" userId="b29aff0c-7e4a-4e11-b3dc-2798a24f161e" providerId="ADAL" clId="{7F2C15F9-14F4-41C9-A6D2-58022218BE9B}"/>
    <pc:docChg chg="undo redo custSel addSld delSld modSld sldOrd">
      <pc:chgData name="QUESADA CASTILLO RANDALL JOSUE" userId="b29aff0c-7e4a-4e11-b3dc-2798a24f161e" providerId="ADAL" clId="{7F2C15F9-14F4-41C9-A6D2-58022218BE9B}" dt="2026-04-14T16:38:30.667" v="6364" actId="1076"/>
      <pc:docMkLst>
        <pc:docMk/>
      </pc:docMkLst>
      <pc:sldChg chg="modSp mod">
        <pc:chgData name="QUESADA CASTILLO RANDALL JOSUE" userId="b29aff0c-7e4a-4e11-b3dc-2798a24f161e" providerId="ADAL" clId="{7F2C15F9-14F4-41C9-A6D2-58022218BE9B}" dt="2026-04-14T16:16:20.699" v="5695" actId="20577"/>
        <pc:sldMkLst>
          <pc:docMk/>
          <pc:sldMk cId="2259308896" sldId="256"/>
        </pc:sldMkLst>
        <pc:spChg chg="mod">
          <ac:chgData name="QUESADA CASTILLO RANDALL JOSUE" userId="b29aff0c-7e4a-4e11-b3dc-2798a24f161e" providerId="ADAL" clId="{7F2C15F9-14F4-41C9-A6D2-58022218BE9B}" dt="2026-04-14T16:16:20.699" v="5695" actId="20577"/>
          <ac:spMkLst>
            <pc:docMk/>
            <pc:sldMk cId="2259308896" sldId="256"/>
            <ac:spMk id="6" creationId="{BBC0F21F-D25A-E60F-B9DD-8D1C7B7203FF}"/>
          </ac:spMkLst>
        </pc:spChg>
      </pc:sldChg>
      <pc:sldChg chg="addSp modSp mod modClrScheme chgLayout">
        <pc:chgData name="QUESADA CASTILLO RANDALL JOSUE" userId="b29aff0c-7e4a-4e11-b3dc-2798a24f161e" providerId="ADAL" clId="{7F2C15F9-14F4-41C9-A6D2-58022218BE9B}" dt="2026-04-14T16:19:01.909" v="5801" actId="20577"/>
        <pc:sldMkLst>
          <pc:docMk/>
          <pc:sldMk cId="1325608595" sldId="257"/>
        </pc:sldMkLst>
        <pc:graphicFrameChg chg="mod modGraphic">
          <ac:chgData name="QUESADA CASTILLO RANDALL JOSUE" userId="b29aff0c-7e4a-4e11-b3dc-2798a24f161e" providerId="ADAL" clId="{7F2C15F9-14F4-41C9-A6D2-58022218BE9B}" dt="2026-04-14T16:19:01.909" v="5801" actId="20577"/>
          <ac:graphicFrameMkLst>
            <pc:docMk/>
            <pc:sldMk cId="1325608595" sldId="257"/>
            <ac:graphicFrameMk id="5" creationId="{C206C54B-6301-7941-014E-AE2DA775D4E4}"/>
          </ac:graphicFrameMkLst>
        </pc:graphicFrameChg>
      </pc:sldChg>
      <pc:sldChg chg="addSp delSp modSp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1265939620" sldId="290"/>
        </pc:sldMkLst>
      </pc:sldChg>
      <pc:sldChg chg="addSp delSp modSp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534254283" sldId="297"/>
        </pc:sldMkLst>
      </pc:sldChg>
      <pc:sldChg chg="addSp modSp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3370611093" sldId="298"/>
        </pc:sldMkLst>
      </pc:sldChg>
      <pc:sldChg chg="addSp delSp modSp mod">
        <pc:chgData name="QUESADA CASTILLO RANDALL JOSUE" userId="b29aff0c-7e4a-4e11-b3dc-2798a24f161e" providerId="ADAL" clId="{7F2C15F9-14F4-41C9-A6D2-58022218BE9B}" dt="2026-04-14T16:27:20.342" v="6107" actId="20577"/>
        <pc:sldMkLst>
          <pc:docMk/>
          <pc:sldMk cId="2477588734" sldId="304"/>
        </pc:sldMkLst>
        <pc:spChg chg="add mod">
          <ac:chgData name="QUESADA CASTILLO RANDALL JOSUE" userId="b29aff0c-7e4a-4e11-b3dc-2798a24f161e" providerId="ADAL" clId="{7F2C15F9-14F4-41C9-A6D2-58022218BE9B}" dt="2026-04-14T16:23:37.354" v="5868" actId="14100"/>
          <ac:spMkLst>
            <pc:docMk/>
            <pc:sldMk cId="2477588734" sldId="304"/>
            <ac:spMk id="2" creationId="{42A7C5F1-EC77-F2BB-71D1-C3713DDD6A79}"/>
          </ac:spMkLst>
        </pc:spChg>
        <pc:spChg chg="mod">
          <ac:chgData name="QUESADA CASTILLO RANDALL JOSUE" userId="b29aff0c-7e4a-4e11-b3dc-2798a24f161e" providerId="ADAL" clId="{7F2C15F9-14F4-41C9-A6D2-58022218BE9B}" dt="2026-04-14T16:27:20.342" v="6107" actId="20577"/>
          <ac:spMkLst>
            <pc:docMk/>
            <pc:sldMk cId="2477588734" sldId="304"/>
            <ac:spMk id="3" creationId="{40644860-3D76-42DE-1EB3-A414A76FABB0}"/>
          </ac:spMkLst>
        </pc:spChg>
        <pc:spChg chg="mod">
          <ac:chgData name="QUESADA CASTILLO RANDALL JOSUE" userId="b29aff0c-7e4a-4e11-b3dc-2798a24f161e" providerId="ADAL" clId="{7F2C15F9-14F4-41C9-A6D2-58022218BE9B}" dt="2026-04-14T16:23:04.895" v="5864" actId="20577"/>
          <ac:spMkLst>
            <pc:docMk/>
            <pc:sldMk cId="2477588734" sldId="304"/>
            <ac:spMk id="6" creationId="{CAF86DCB-B2AC-1579-F17B-E0E93C19A913}"/>
          </ac:spMkLst>
        </pc:spChg>
        <pc:picChg chg="add del mod">
          <ac:chgData name="QUESADA CASTILLO RANDALL JOSUE" userId="b29aff0c-7e4a-4e11-b3dc-2798a24f161e" providerId="ADAL" clId="{7F2C15F9-14F4-41C9-A6D2-58022218BE9B}" dt="2026-04-14T16:23:07.357" v="5865" actId="478"/>
          <ac:picMkLst>
            <pc:docMk/>
            <pc:sldMk cId="2477588734" sldId="304"/>
            <ac:picMk id="4" creationId="{AFB6C534-FDB6-66AA-D380-C395F871BCED}"/>
          </ac:picMkLst>
        </pc:picChg>
      </pc:sldChg>
      <pc:sldChg chg="addSp delSp modSp add mod">
        <pc:chgData name="QUESADA CASTILLO RANDALL JOSUE" userId="b29aff0c-7e4a-4e11-b3dc-2798a24f161e" providerId="ADAL" clId="{7F2C15F9-14F4-41C9-A6D2-58022218BE9B}" dt="2026-04-14T16:28:22.009" v="6141" actId="12"/>
        <pc:sldMkLst>
          <pc:docMk/>
          <pc:sldMk cId="1739223790" sldId="328"/>
        </pc:sldMkLst>
        <pc:spChg chg="mod">
          <ac:chgData name="QUESADA CASTILLO RANDALL JOSUE" userId="b29aff0c-7e4a-4e11-b3dc-2798a24f161e" providerId="ADAL" clId="{7F2C15F9-14F4-41C9-A6D2-58022218BE9B}" dt="2026-04-14T16:28:22.009" v="6141" actId="12"/>
          <ac:spMkLst>
            <pc:docMk/>
            <pc:sldMk cId="1739223790" sldId="328"/>
            <ac:spMk id="3" creationId="{766DDC0E-68DA-5AA8-2A72-07EF3EE146E9}"/>
          </ac:spMkLst>
        </pc:spChg>
        <pc:spChg chg="mod">
          <ac:chgData name="QUESADA CASTILLO RANDALL JOSUE" userId="b29aff0c-7e4a-4e11-b3dc-2798a24f161e" providerId="ADAL" clId="{7F2C15F9-14F4-41C9-A6D2-58022218BE9B}" dt="2026-04-14T16:27:30.877" v="6131" actId="20577"/>
          <ac:spMkLst>
            <pc:docMk/>
            <pc:sldMk cId="1739223790" sldId="328"/>
            <ac:spMk id="6" creationId="{CC8293A8-DA21-188F-5E2E-B86AC83D3186}"/>
          </ac:spMkLst>
        </pc:spChg>
        <pc:picChg chg="add del mod">
          <ac:chgData name="QUESADA CASTILLO RANDALL JOSUE" userId="b29aff0c-7e4a-4e11-b3dc-2798a24f161e" providerId="ADAL" clId="{7F2C15F9-14F4-41C9-A6D2-58022218BE9B}" dt="2026-04-14T16:28:05.389" v="6134" actId="478"/>
          <ac:picMkLst>
            <pc:docMk/>
            <pc:sldMk cId="1739223790" sldId="328"/>
            <ac:picMk id="4" creationId="{6EEA13CA-0568-4C1E-679B-24C6FAD04D45}"/>
          </ac:picMkLst>
        </pc:picChg>
        <pc:picChg chg="add mod">
          <ac:chgData name="QUESADA CASTILLO RANDALL JOSUE" userId="b29aff0c-7e4a-4e11-b3dc-2798a24f161e" providerId="ADAL" clId="{7F2C15F9-14F4-41C9-A6D2-58022218BE9B}" dt="2026-04-14T16:28:14.877" v="6140" actId="1076"/>
          <ac:picMkLst>
            <pc:docMk/>
            <pc:sldMk cId="1739223790" sldId="328"/>
            <ac:picMk id="5" creationId="{75279DD4-2025-2109-B185-FE69252C26E2}"/>
          </ac:picMkLst>
        </pc:picChg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579485490" sldId="329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460903096" sldId="330"/>
        </pc:sldMkLst>
      </pc:sldChg>
      <pc:sldChg chg="addSp delSp modSp add del mod or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730301824" sldId="331"/>
        </pc:sldMkLst>
      </pc:sldChg>
      <pc:sldChg chg="add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3011585753" sldId="332"/>
        </pc:sldMkLst>
      </pc:sldChg>
      <pc:sldChg chg="add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541330548" sldId="333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289318680" sldId="334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558388775" sldId="335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770248985" sldId="336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4194726471" sldId="337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884881557" sldId="338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2304586049" sldId="339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074066710" sldId="340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2317003868" sldId="341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3318821283" sldId="342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538680302" sldId="343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82697829" sldId="344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982919499" sldId="345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029029986" sldId="346"/>
        </pc:sldMkLst>
      </pc:sldChg>
      <pc:sldChg chg="add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504765599" sldId="347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315358264" sldId="348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26714196" sldId="349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994136278" sldId="350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025645493" sldId="351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567402115" sldId="352"/>
        </pc:sldMkLst>
      </pc:sldChg>
      <pc:sldChg chg="modSp add mod">
        <pc:chgData name="QUESADA CASTILLO RANDALL JOSUE" userId="b29aff0c-7e4a-4e11-b3dc-2798a24f161e" providerId="ADAL" clId="{7F2C15F9-14F4-41C9-A6D2-58022218BE9B}" dt="2026-04-14T16:38:30.667" v="6364" actId="1076"/>
        <pc:sldMkLst>
          <pc:docMk/>
          <pc:sldMk cId="3226480656" sldId="353"/>
        </pc:sldMkLst>
        <pc:spChg chg="mod">
          <ac:chgData name="QUESADA CASTILLO RANDALL JOSUE" userId="b29aff0c-7e4a-4e11-b3dc-2798a24f161e" providerId="ADAL" clId="{7F2C15F9-14F4-41C9-A6D2-58022218BE9B}" dt="2026-03-20T17:32:14.523" v="4627" actId="27636"/>
          <ac:spMkLst>
            <pc:docMk/>
            <pc:sldMk cId="3226480656" sldId="353"/>
            <ac:spMk id="3" creationId="{C169706F-8F58-41D9-5EBE-36776B678833}"/>
          </ac:spMkLst>
        </pc:spChg>
        <pc:spChg chg="mod">
          <ac:chgData name="QUESADA CASTILLO RANDALL JOSUE" userId="b29aff0c-7e4a-4e11-b3dc-2798a24f161e" providerId="ADAL" clId="{7F2C15F9-14F4-41C9-A6D2-58022218BE9B}" dt="2026-04-14T16:38:30.667" v="6364" actId="1076"/>
          <ac:spMkLst>
            <pc:docMk/>
            <pc:sldMk cId="3226480656" sldId="353"/>
            <ac:spMk id="6" creationId="{4F99A5A0-44FF-8C26-5D2B-85AC2AC4C40B}"/>
          </ac:spMkLst>
        </pc:spChg>
      </pc:sldChg>
      <pc:sldChg chg="addSp del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324951660" sldId="354"/>
        </pc:sldMkLst>
      </pc:sldChg>
      <pc:sldChg chg="addSp delSp modSp add mod">
        <pc:chgData name="QUESADA CASTILLO RANDALL JOSUE" userId="b29aff0c-7e4a-4e11-b3dc-2798a24f161e" providerId="ADAL" clId="{7F2C15F9-14F4-41C9-A6D2-58022218BE9B}" dt="2026-04-14T16:22:52.676" v="5838" actId="1076"/>
        <pc:sldMkLst>
          <pc:docMk/>
          <pc:sldMk cId="2444118942" sldId="355"/>
        </pc:sldMkLst>
        <pc:spChg chg="mod">
          <ac:chgData name="QUESADA CASTILLO RANDALL JOSUE" userId="b29aff0c-7e4a-4e11-b3dc-2798a24f161e" providerId="ADAL" clId="{7F2C15F9-14F4-41C9-A6D2-58022218BE9B}" dt="2026-04-14T16:22:52.676" v="5838" actId="1076"/>
          <ac:spMkLst>
            <pc:docMk/>
            <pc:sldMk cId="2444118942" sldId="355"/>
            <ac:spMk id="3" creationId="{11D2D125-F310-B82A-FF27-3D0A939E2B70}"/>
          </ac:spMkLst>
        </pc:spChg>
        <pc:spChg chg="mod">
          <ac:chgData name="QUESADA CASTILLO RANDALL JOSUE" userId="b29aff0c-7e4a-4e11-b3dc-2798a24f161e" providerId="ADAL" clId="{7F2C15F9-14F4-41C9-A6D2-58022218BE9B}" dt="2026-04-14T16:22:35.468" v="5832" actId="20577"/>
          <ac:spMkLst>
            <pc:docMk/>
            <pc:sldMk cId="2444118942" sldId="355"/>
            <ac:spMk id="6" creationId="{B3D36806-E807-1388-BA60-A49D104D2AEB}"/>
          </ac:spMkLst>
        </pc:spChg>
        <pc:picChg chg="add del mod">
          <ac:chgData name="QUESADA CASTILLO RANDALL JOSUE" userId="b29aff0c-7e4a-4e11-b3dc-2798a24f161e" providerId="ADAL" clId="{7F2C15F9-14F4-41C9-A6D2-58022218BE9B}" dt="2026-04-14T16:22:41.586" v="5833" actId="478"/>
          <ac:picMkLst>
            <pc:docMk/>
            <pc:sldMk cId="2444118942" sldId="355"/>
            <ac:picMk id="1028" creationId="{DAAB24E0-7F20-076F-5B59-B4245FC2F268}"/>
          </ac:picMkLst>
        </pc:picChg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3104449200" sldId="356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535911360" sldId="357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273960339" sldId="358"/>
        </pc:sldMkLst>
      </pc:sldChg>
      <pc:sldChg chg="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222723730" sldId="359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1668462944" sldId="360"/>
        </pc:sldMkLst>
      </pc:sldChg>
      <pc:sldChg chg="addSp delSp modSp add mod ord">
        <pc:chgData name="QUESADA CASTILLO RANDALL JOSUE" userId="b29aff0c-7e4a-4e11-b3dc-2798a24f161e" providerId="ADAL" clId="{7F2C15F9-14F4-41C9-A6D2-58022218BE9B}" dt="2026-04-14T16:20:51.311" v="5823" actId="1076"/>
        <pc:sldMkLst>
          <pc:docMk/>
          <pc:sldMk cId="1519792150" sldId="361"/>
        </pc:sldMkLst>
        <pc:spChg chg="del mod">
          <ac:chgData name="QUESADA CASTILLO RANDALL JOSUE" userId="b29aff0c-7e4a-4e11-b3dc-2798a24f161e" providerId="ADAL" clId="{7F2C15F9-14F4-41C9-A6D2-58022218BE9B}" dt="2026-04-14T16:20:30.262" v="5816" actId="478"/>
          <ac:spMkLst>
            <pc:docMk/>
            <pc:sldMk cId="1519792150" sldId="361"/>
            <ac:spMk id="3" creationId="{E8906376-63B8-2AF7-51FB-197359001C75}"/>
          </ac:spMkLst>
        </pc:spChg>
        <pc:spChg chg="add mod">
          <ac:chgData name="QUESADA CASTILLO RANDALL JOSUE" userId="b29aff0c-7e4a-4e11-b3dc-2798a24f161e" providerId="ADAL" clId="{7F2C15F9-14F4-41C9-A6D2-58022218BE9B}" dt="2026-04-14T16:20:51.311" v="5823" actId="1076"/>
          <ac:spMkLst>
            <pc:docMk/>
            <pc:sldMk cId="1519792150" sldId="361"/>
            <ac:spMk id="4" creationId="{81AE4C27-3385-70E2-1ECF-BF05C339664E}"/>
          </ac:spMkLst>
        </pc:spChg>
        <pc:spChg chg="mod">
          <ac:chgData name="QUESADA CASTILLO RANDALL JOSUE" userId="b29aff0c-7e4a-4e11-b3dc-2798a24f161e" providerId="ADAL" clId="{7F2C15F9-14F4-41C9-A6D2-58022218BE9B}" dt="2026-04-14T16:20:20.860" v="5815" actId="20577"/>
          <ac:spMkLst>
            <pc:docMk/>
            <pc:sldMk cId="1519792150" sldId="361"/>
            <ac:spMk id="6" creationId="{CF87906E-5BA5-FD66-B450-0C47A48B1B88}"/>
          </ac:spMkLst>
        </pc:spChg>
        <pc:picChg chg="add del mod">
          <ac:chgData name="QUESADA CASTILLO RANDALL JOSUE" userId="b29aff0c-7e4a-4e11-b3dc-2798a24f161e" providerId="ADAL" clId="{7F2C15F9-14F4-41C9-A6D2-58022218BE9B}" dt="2026-04-14T16:20:40.193" v="5819" actId="478"/>
          <ac:picMkLst>
            <pc:docMk/>
            <pc:sldMk cId="1519792150" sldId="361"/>
            <ac:picMk id="10242" creationId="{49208C8F-1D97-3607-2F01-DB315588F6C8}"/>
          </ac:picMkLst>
        </pc:picChg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331525065" sldId="362"/>
        </pc:sldMkLst>
      </pc:sldChg>
      <pc:sldChg chg="delSp modSp add del mod or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995478241" sldId="363"/>
        </pc:sldMkLst>
      </pc:sldChg>
      <pc:sldChg chg="modSp add mod">
        <pc:chgData name="QUESADA CASTILLO RANDALL JOSUE" userId="b29aff0c-7e4a-4e11-b3dc-2798a24f161e" providerId="ADAL" clId="{7F2C15F9-14F4-41C9-A6D2-58022218BE9B}" dt="2026-04-14T16:21:13.234" v="5828" actId="1076"/>
        <pc:sldMkLst>
          <pc:docMk/>
          <pc:sldMk cId="1628778160" sldId="364"/>
        </pc:sldMkLst>
        <pc:spChg chg="mod">
          <ac:chgData name="QUESADA CASTILLO RANDALL JOSUE" userId="b29aff0c-7e4a-4e11-b3dc-2798a24f161e" providerId="ADAL" clId="{7F2C15F9-14F4-41C9-A6D2-58022218BE9B}" dt="2026-04-14T16:21:13.234" v="5828" actId="1076"/>
          <ac:spMkLst>
            <pc:docMk/>
            <pc:sldMk cId="1628778160" sldId="364"/>
            <ac:spMk id="4" creationId="{68AE6F18-99F5-49C5-FA91-111E2C1E8CCA}"/>
          </ac:spMkLst>
        </pc:spChg>
      </pc:sldChg>
      <pc:sldChg chg="delSp modSp add mod">
        <pc:chgData name="QUESADA CASTILLO RANDALL JOSUE" userId="b29aff0c-7e4a-4e11-b3dc-2798a24f161e" providerId="ADAL" clId="{7F2C15F9-14F4-41C9-A6D2-58022218BE9B}" dt="2026-04-14T16:33:03.209" v="6183" actId="20577"/>
        <pc:sldMkLst>
          <pc:docMk/>
          <pc:sldMk cId="2075367635" sldId="365"/>
        </pc:sldMkLst>
        <pc:spChg chg="mod">
          <ac:chgData name="QUESADA CASTILLO RANDALL JOSUE" userId="b29aff0c-7e4a-4e11-b3dc-2798a24f161e" providerId="ADAL" clId="{7F2C15F9-14F4-41C9-A6D2-58022218BE9B}" dt="2026-04-14T16:31:21.927" v="6180" actId="15"/>
          <ac:spMkLst>
            <pc:docMk/>
            <pc:sldMk cId="2075367635" sldId="365"/>
            <ac:spMk id="3" creationId="{A549AB01-059B-C3B3-E4AB-AD7B272E494D}"/>
          </ac:spMkLst>
        </pc:spChg>
        <pc:spChg chg="mod">
          <ac:chgData name="QUESADA CASTILLO RANDALL JOSUE" userId="b29aff0c-7e4a-4e11-b3dc-2798a24f161e" providerId="ADAL" clId="{7F2C15F9-14F4-41C9-A6D2-58022218BE9B}" dt="2026-04-14T16:33:03.209" v="6183" actId="20577"/>
          <ac:spMkLst>
            <pc:docMk/>
            <pc:sldMk cId="2075367635" sldId="365"/>
            <ac:spMk id="6" creationId="{074382CC-68EA-B8F5-9450-809886F71A94}"/>
          </ac:spMkLst>
        </pc:spChg>
        <pc:picChg chg="del">
          <ac:chgData name="QUESADA CASTILLO RANDALL JOSUE" userId="b29aff0c-7e4a-4e11-b3dc-2798a24f161e" providerId="ADAL" clId="{7F2C15F9-14F4-41C9-A6D2-58022218BE9B}" dt="2026-04-14T16:30:58.725" v="6167" actId="478"/>
          <ac:picMkLst>
            <pc:docMk/>
            <pc:sldMk cId="2075367635" sldId="365"/>
            <ac:picMk id="5" creationId="{C64F61DD-5541-027A-48E8-65AEB1CCFEBC}"/>
          </ac:picMkLst>
        </pc:picChg>
      </pc:sldChg>
      <pc:sldChg chg="addSp delSp modSp add mod">
        <pc:chgData name="QUESADA CASTILLO RANDALL JOSUE" userId="b29aff0c-7e4a-4e11-b3dc-2798a24f161e" providerId="ADAL" clId="{7F2C15F9-14F4-41C9-A6D2-58022218BE9B}" dt="2026-04-14T16:33:34.418" v="6191" actId="14100"/>
        <pc:sldMkLst>
          <pc:docMk/>
          <pc:sldMk cId="2272189363" sldId="366"/>
        </pc:sldMkLst>
        <pc:spChg chg="add">
          <ac:chgData name="QUESADA CASTILLO RANDALL JOSUE" userId="b29aff0c-7e4a-4e11-b3dc-2798a24f161e" providerId="ADAL" clId="{7F2C15F9-14F4-41C9-A6D2-58022218BE9B}" dt="2026-04-14T16:33:17.716" v="6185"/>
          <ac:spMkLst>
            <pc:docMk/>
            <pc:sldMk cId="2272189363" sldId="366"/>
            <ac:spMk id="2" creationId="{039D5F79-7071-8399-8B36-449A5324A049}"/>
          </ac:spMkLst>
        </pc:spChg>
        <pc:spChg chg="del mod">
          <ac:chgData name="QUESADA CASTILLO RANDALL JOSUE" userId="b29aff0c-7e4a-4e11-b3dc-2798a24f161e" providerId="ADAL" clId="{7F2C15F9-14F4-41C9-A6D2-58022218BE9B}" dt="2026-04-14T16:33:22.049" v="6187"/>
          <ac:spMkLst>
            <pc:docMk/>
            <pc:sldMk cId="2272189363" sldId="366"/>
            <ac:spMk id="3" creationId="{3CE379C0-9A70-7544-7938-CE9197DC09E6}"/>
          </ac:spMkLst>
        </pc:spChg>
        <pc:spChg chg="add mod">
          <ac:chgData name="QUESADA CASTILLO RANDALL JOSUE" userId="b29aff0c-7e4a-4e11-b3dc-2798a24f161e" providerId="ADAL" clId="{7F2C15F9-14F4-41C9-A6D2-58022218BE9B}" dt="2026-04-14T16:33:34.418" v="6191" actId="14100"/>
          <ac:spMkLst>
            <pc:docMk/>
            <pc:sldMk cId="2272189363" sldId="366"/>
            <ac:spMk id="4" creationId="{D2EA81C7-0775-CF0E-CBCC-D23E2CEA505C}"/>
          </ac:spMkLst>
        </pc:spChg>
        <pc:spChg chg="mod">
          <ac:chgData name="QUESADA CASTILLO RANDALL JOSUE" userId="b29aff0c-7e4a-4e11-b3dc-2798a24f161e" providerId="ADAL" clId="{7F2C15F9-14F4-41C9-A6D2-58022218BE9B}" dt="2026-04-14T16:33:12.381" v="6184"/>
          <ac:spMkLst>
            <pc:docMk/>
            <pc:sldMk cId="2272189363" sldId="366"/>
            <ac:spMk id="6" creationId="{582BC5D1-69BF-EDB3-0BA0-D1C7FA6FAD79}"/>
          </ac:spMkLst>
        </pc:spChg>
      </pc:sldChg>
      <pc:sldChg chg="addSp delSp modSp add mod">
        <pc:chgData name="QUESADA CASTILLO RANDALL JOSUE" userId="b29aff0c-7e4a-4e11-b3dc-2798a24f161e" providerId="ADAL" clId="{7F2C15F9-14F4-41C9-A6D2-58022218BE9B}" dt="2026-04-14T16:34:33.776" v="6228" actId="2710"/>
        <pc:sldMkLst>
          <pc:docMk/>
          <pc:sldMk cId="1038918061" sldId="367"/>
        </pc:sldMkLst>
        <pc:spChg chg="add">
          <ac:chgData name="QUESADA CASTILLO RANDALL JOSUE" userId="b29aff0c-7e4a-4e11-b3dc-2798a24f161e" providerId="ADAL" clId="{7F2C15F9-14F4-41C9-A6D2-58022218BE9B}" dt="2026-04-14T16:34:05.444" v="6219"/>
          <ac:spMkLst>
            <pc:docMk/>
            <pc:sldMk cId="1038918061" sldId="367"/>
            <ac:spMk id="2" creationId="{13A58831-C00C-DC77-04E9-B7A24FACA6C3}"/>
          </ac:spMkLst>
        </pc:spChg>
        <pc:spChg chg="add mod">
          <ac:chgData name="QUESADA CASTILLO RANDALL JOSUE" userId="b29aff0c-7e4a-4e11-b3dc-2798a24f161e" providerId="ADAL" clId="{7F2C15F9-14F4-41C9-A6D2-58022218BE9B}" dt="2026-04-14T16:34:33.776" v="6228" actId="2710"/>
          <ac:spMkLst>
            <pc:docMk/>
            <pc:sldMk cId="1038918061" sldId="367"/>
            <ac:spMk id="3" creationId="{896AA5A5-9977-1BD9-9AD7-1AD3FCEC49B9}"/>
          </ac:spMkLst>
        </pc:spChg>
        <pc:spChg chg="del mod">
          <ac:chgData name="QUESADA CASTILLO RANDALL JOSUE" userId="b29aff0c-7e4a-4e11-b3dc-2798a24f161e" providerId="ADAL" clId="{7F2C15F9-14F4-41C9-A6D2-58022218BE9B}" dt="2026-04-14T16:34:07.471" v="6221"/>
          <ac:spMkLst>
            <pc:docMk/>
            <pc:sldMk cId="1038918061" sldId="367"/>
            <ac:spMk id="4" creationId="{1F38CFDB-2F15-2931-4E77-FACCE9E9DFF7}"/>
          </ac:spMkLst>
        </pc:spChg>
        <pc:spChg chg="mod">
          <ac:chgData name="QUESADA CASTILLO RANDALL JOSUE" userId="b29aff0c-7e4a-4e11-b3dc-2798a24f161e" providerId="ADAL" clId="{7F2C15F9-14F4-41C9-A6D2-58022218BE9B}" dt="2026-04-14T16:34:00.340" v="6218" actId="20577"/>
          <ac:spMkLst>
            <pc:docMk/>
            <pc:sldMk cId="1038918061" sldId="367"/>
            <ac:spMk id="6" creationId="{39B5E64B-CE0E-C444-835E-F736BE39C3E6}"/>
          </ac:spMkLst>
        </pc:spChg>
      </pc:sldChg>
      <pc:sldChg chg="modSp add mod">
        <pc:chgData name="QUESADA CASTILLO RANDALL JOSUE" userId="b29aff0c-7e4a-4e11-b3dc-2798a24f161e" providerId="ADAL" clId="{7F2C15F9-14F4-41C9-A6D2-58022218BE9B}" dt="2026-04-14T16:35:22.045" v="6267"/>
        <pc:sldMkLst>
          <pc:docMk/>
          <pc:sldMk cId="934084952" sldId="368"/>
        </pc:sldMkLst>
        <pc:spChg chg="mod">
          <ac:chgData name="QUESADA CASTILLO RANDALL JOSUE" userId="b29aff0c-7e4a-4e11-b3dc-2798a24f161e" providerId="ADAL" clId="{7F2C15F9-14F4-41C9-A6D2-58022218BE9B}" dt="2026-04-14T16:35:22.045" v="6267"/>
          <ac:spMkLst>
            <pc:docMk/>
            <pc:sldMk cId="934084952" sldId="368"/>
            <ac:spMk id="3" creationId="{72F34550-AA3C-90BD-0D2A-755A021A8733}"/>
          </ac:spMkLst>
        </pc:spChg>
        <pc:spChg chg="mod">
          <ac:chgData name="QUESADA CASTILLO RANDALL JOSUE" userId="b29aff0c-7e4a-4e11-b3dc-2798a24f161e" providerId="ADAL" clId="{7F2C15F9-14F4-41C9-A6D2-58022218BE9B}" dt="2026-04-14T16:35:11.585" v="6266" actId="20577"/>
          <ac:spMkLst>
            <pc:docMk/>
            <pc:sldMk cId="934084952" sldId="368"/>
            <ac:spMk id="6" creationId="{F5AFCCC6-5676-8003-E6B1-0288FF896116}"/>
          </ac:spMkLst>
        </pc:spChg>
      </pc:sldChg>
      <pc:sldChg chg="addSp modSp add mod">
        <pc:chgData name="QUESADA CASTILLO RANDALL JOSUE" userId="b29aff0c-7e4a-4e11-b3dc-2798a24f161e" providerId="ADAL" clId="{7F2C15F9-14F4-41C9-A6D2-58022218BE9B}" dt="2026-04-14T16:36:11.329" v="6331" actId="1076"/>
        <pc:sldMkLst>
          <pc:docMk/>
          <pc:sldMk cId="2674555794" sldId="369"/>
        </pc:sldMkLst>
        <pc:spChg chg="mod">
          <ac:chgData name="QUESADA CASTILLO RANDALL JOSUE" userId="b29aff0c-7e4a-4e11-b3dc-2798a24f161e" providerId="ADAL" clId="{7F2C15F9-14F4-41C9-A6D2-58022218BE9B}" dt="2026-04-14T16:36:10.489" v="6330" actId="1076"/>
          <ac:spMkLst>
            <pc:docMk/>
            <pc:sldMk cId="2674555794" sldId="369"/>
            <ac:spMk id="3" creationId="{2C92188A-7D31-AF85-A404-66905C452806}"/>
          </ac:spMkLst>
        </pc:spChg>
        <pc:picChg chg="add mod">
          <ac:chgData name="QUESADA CASTILLO RANDALL JOSUE" userId="b29aff0c-7e4a-4e11-b3dc-2798a24f161e" providerId="ADAL" clId="{7F2C15F9-14F4-41C9-A6D2-58022218BE9B}" dt="2026-04-14T16:36:11.329" v="6331" actId="1076"/>
          <ac:picMkLst>
            <pc:docMk/>
            <pc:sldMk cId="2674555794" sldId="369"/>
            <ac:picMk id="4" creationId="{E79DCAEE-ED6F-2692-C732-B3758AFDBF07}"/>
          </ac:picMkLst>
        </pc:picChg>
      </pc:sldChg>
      <pc:sldChg chg="addSp delSp modSp add mod">
        <pc:chgData name="QUESADA CASTILLO RANDALL JOSUE" userId="b29aff0c-7e4a-4e11-b3dc-2798a24f161e" providerId="ADAL" clId="{7F2C15F9-14F4-41C9-A6D2-58022218BE9B}" dt="2026-04-14T16:36:42.085" v="6347" actId="1076"/>
        <pc:sldMkLst>
          <pc:docMk/>
          <pc:sldMk cId="3718051767" sldId="370"/>
        </pc:sldMkLst>
        <pc:spChg chg="mod">
          <ac:chgData name="QUESADA CASTILLO RANDALL JOSUE" userId="b29aff0c-7e4a-4e11-b3dc-2798a24f161e" providerId="ADAL" clId="{7F2C15F9-14F4-41C9-A6D2-58022218BE9B}" dt="2026-04-14T16:36:28.927" v="6344" actId="20577"/>
          <ac:spMkLst>
            <pc:docMk/>
            <pc:sldMk cId="3718051767" sldId="370"/>
            <ac:spMk id="3" creationId="{10652485-0B1B-B363-20C0-2737D56B1FEC}"/>
          </ac:spMkLst>
        </pc:spChg>
        <pc:picChg chg="del">
          <ac:chgData name="QUESADA CASTILLO RANDALL JOSUE" userId="b29aff0c-7e4a-4e11-b3dc-2798a24f161e" providerId="ADAL" clId="{7F2C15F9-14F4-41C9-A6D2-58022218BE9B}" dt="2026-04-14T16:36:40.051" v="6345" actId="478"/>
          <ac:picMkLst>
            <pc:docMk/>
            <pc:sldMk cId="3718051767" sldId="370"/>
            <ac:picMk id="4" creationId="{B6C501AB-A290-B0D1-9CA0-0F0F53851131}"/>
          </ac:picMkLst>
        </pc:picChg>
        <pc:picChg chg="add mod">
          <ac:chgData name="QUESADA CASTILLO RANDALL JOSUE" userId="b29aff0c-7e4a-4e11-b3dc-2798a24f161e" providerId="ADAL" clId="{7F2C15F9-14F4-41C9-A6D2-58022218BE9B}" dt="2026-04-14T16:36:42.085" v="6347" actId="1076"/>
          <ac:picMkLst>
            <pc:docMk/>
            <pc:sldMk cId="3718051767" sldId="370"/>
            <ac:picMk id="5" creationId="{67C01E10-277F-97C9-94AF-DC8AC9EE55E6}"/>
          </ac:picMkLst>
        </pc:picChg>
      </pc:sldChg>
      <pc:sldChg chg="delSp modSp add mod">
        <pc:chgData name="QUESADA CASTILLO RANDALL JOSUE" userId="b29aff0c-7e4a-4e11-b3dc-2798a24f161e" providerId="ADAL" clId="{7F2C15F9-14F4-41C9-A6D2-58022218BE9B}" dt="2026-04-14T16:37:20.835" v="6360" actId="12"/>
        <pc:sldMkLst>
          <pc:docMk/>
          <pc:sldMk cId="2731664396" sldId="371"/>
        </pc:sldMkLst>
        <pc:spChg chg="mod">
          <ac:chgData name="QUESADA CASTILLO RANDALL JOSUE" userId="b29aff0c-7e4a-4e11-b3dc-2798a24f161e" providerId="ADAL" clId="{7F2C15F9-14F4-41C9-A6D2-58022218BE9B}" dt="2026-04-14T16:37:20.835" v="6360" actId="12"/>
          <ac:spMkLst>
            <pc:docMk/>
            <pc:sldMk cId="2731664396" sldId="371"/>
            <ac:spMk id="3" creationId="{833BBA75-D35E-E74A-DC64-1570B8A5D502}"/>
          </ac:spMkLst>
        </pc:spChg>
        <pc:spChg chg="mod">
          <ac:chgData name="QUESADA CASTILLO RANDALL JOSUE" userId="b29aff0c-7e4a-4e11-b3dc-2798a24f161e" providerId="ADAL" clId="{7F2C15F9-14F4-41C9-A6D2-58022218BE9B}" dt="2026-04-14T16:37:02.607" v="6353" actId="20577"/>
          <ac:spMkLst>
            <pc:docMk/>
            <pc:sldMk cId="2731664396" sldId="371"/>
            <ac:spMk id="6" creationId="{27ADFECE-C36C-2C6A-CE64-59794DD5FD1D}"/>
          </ac:spMkLst>
        </pc:spChg>
        <pc:picChg chg="del">
          <ac:chgData name="QUESADA CASTILLO RANDALL JOSUE" userId="b29aff0c-7e4a-4e11-b3dc-2798a24f161e" providerId="ADAL" clId="{7F2C15F9-14F4-41C9-A6D2-58022218BE9B}" dt="2026-04-14T16:37:07.522" v="6354" actId="478"/>
          <ac:picMkLst>
            <pc:docMk/>
            <pc:sldMk cId="2731664396" sldId="371"/>
            <ac:picMk id="5" creationId="{E12FF213-E6BD-B001-E9E8-10D0311005C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DD7406EE-1E5E-4394-B508-934A428A455A}" type="datetime1">
              <a:rPr lang="es-ES" smtClean="0"/>
              <a:t>09/06/2026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AFF3A6F-DEFA-45E0-9496-BEE7C2C6F3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920ADD3C-FF21-4216-9D7A-8A22E020B1F0}" type="datetime1">
              <a:rPr lang="es-ES" smtClean="0"/>
              <a:t>09/06/2026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F97DC217-DF71-1A49-B3EA-559F1F43B0F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50E1-BD69-ACFC-1EB2-990DA5A5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621526-04BF-16B8-2A93-3121DD793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361EA2-680D-305B-30BD-A182B8EED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0B019A-23FB-A906-A68F-3CE905AA3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8603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E72CE-9969-D610-2A8A-DAE66D0B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7B4F4B-7AE7-196A-44DD-9402906AC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6B5236-C7E4-92DF-7E9A-F90DCCB29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A816A5-E400-E301-9159-FA1D5FFE0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6479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2F6F-C69C-AF37-C236-E553E194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D5F0CB-2DA7-6ECD-3640-3B76922B4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97BB198-CA0A-8E1E-2CB5-80853DAD1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019BD4-2561-4A3B-C076-8D5464DFB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1260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57C3-DF87-C829-3595-DEBDE9D19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0E26EF-6F76-3861-B888-8A407FC06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C37A78-8FFE-F5D1-5689-9A4DADC89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6D8E6F-B880-C303-270E-7D06AD460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041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9F93-FA51-D344-8D1E-36B0F7BC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2FF8-899E-797C-C12C-7085FFDE1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414C20-7D94-FFF5-CFE5-25A1498C6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1FFF89-BB49-53E3-A689-533A6F0F0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6135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97100-BA7B-7E02-3FF1-B647DCCB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6B4644-291F-34C5-6F3F-94AC9C17D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54C694-EF96-9FA2-BCA1-15B92FABE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379923-59C6-88B4-72DB-33C034F78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488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4EE5-419A-91D1-7B15-801D6F3B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1369F3-111E-323D-FAD4-E5ECC05A0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55542D-544E-B25B-8617-8E82FC3E4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869AA0-A6A5-8160-60B7-404F9BE83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8382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4076-9D90-A3C9-0B00-A7A38ECF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BA5760-6938-ECBB-B7C2-EAE7015FB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99FDEE-D1E1-90FD-55B2-6D0BBAB05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8A2671-0893-EBF8-0743-1FB640D9E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3038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4875-AED2-DE2D-215C-48E2E3AC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5EC2AD-9175-64E4-2682-F81CB3696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E1DC18-BCB6-54AE-3EDD-16C9B9FBC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6D3409-BFB9-3C40-C59B-055313841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3412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0873-054A-7C9A-26BA-36221EC6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C927F9-A21E-7B59-C0BD-AD94FED66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874ABB-B2D6-0CD2-5815-3E9538FC1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A07881-439F-0EB1-E450-BF6288E81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9512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5A572-DA32-D896-A5F3-F1E7F94EB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4E869F-113E-731A-75EA-0BD2F2BE4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1A6CA1-11B0-90BD-6F4B-84186DAE1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777D1D-9938-0864-01B3-AF6434B8B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960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88EE-C242-06D5-5D7B-D4267C1D9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E26A9B5-1623-2C7A-F293-9FD9ADE50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65156BD-6D16-475B-7C88-5FD0012F9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705776-D3A2-69AA-C7E7-F6A03E75D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5602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B734-2CC9-44AC-ABB0-A39BA1AB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B07FFC-0C92-7346-47D2-0CA333D4D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357F38-92D5-08BB-90EA-71EF99AFF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C72287-1A1D-4854-2F0C-BFC244B62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7877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63D8-1E2B-5DF3-3F2D-C3590277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76297B-5F53-455A-B4A3-2BA176425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6024E1-CBB7-41EB-33D1-DA79FBC42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94CDC8-3138-577C-AE1F-23A1A5B5F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2163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CE70-2D7A-4B05-9853-44ADB7A8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84A4B6-A404-1E5C-3EB1-D5490B79F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3C1DF7-A897-6A12-3403-48DB0D8BB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881089-BF87-0AD5-DB51-D1BE34878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0376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89D79-0E5A-0B24-8469-2ED0F75B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7C928A-7E9B-50FB-C9D0-9B908E55A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F58043-7042-196A-32F0-4F33BF5B8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B817CD-782C-C064-713A-997745E0B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6262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6A250-2A70-EAFE-08BA-D518DD800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EDA377-24FA-1F0B-DD4E-816C23BCC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CAA57D-F301-ACBF-8273-2A6DD9ABB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F10627-25AE-34D5-006E-02CFE4A56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121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1127-EB4F-41FC-FB0A-B263C5FB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6504A8-F103-527C-9F20-4B496136C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EF0F97-2245-735F-CB24-D11D72D49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ABC25F-E127-4826-2FF5-706DA9B76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09714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es-ES" sz="32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es-ES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es-ES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en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es-ES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nalizar diaposi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es-ES" sz="28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2108477"/>
            <a:ext cx="5834743" cy="1600201"/>
          </a:xfrm>
        </p:spPr>
        <p:txBody>
          <a:bodyPr vert="horz" lIns="91440" tIns="45720" rIns="91440" bIns="45720" rtlCol="0" anchor="b" anchorCtr="0">
            <a:normAutofit fontScale="90000"/>
          </a:bodyPr>
          <a:lstStyle>
            <a:defPPr>
              <a:defRPr lang="es-ES"/>
            </a:defPPr>
          </a:lstStyle>
          <a:p>
            <a:r>
              <a:t>IF-5100 Administración de Bases de Datos</a:t>
            </a:r>
          </a:p>
          <a:p>
            <a:r>
              <a:t>Informática Empresarial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EBB6FD5-CB11-15FB-6E4D-07CBED073A57}"/>
              </a:ext>
            </a:extLst>
          </p:cNvPr>
          <p:cNvSpPr txBox="1">
            <a:spLocks/>
          </p:cNvSpPr>
          <p:nvPr/>
        </p:nvSpPr>
        <p:spPr>
          <a:xfrm>
            <a:off x="5943600" y="4071257"/>
            <a:ext cx="5120640" cy="6933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47500" lnSpcReduction="20000"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Replicación de Bases de Datos en SQL Server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5BB1439-1C28-4247-0ABD-061B539049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238" y="1167543"/>
            <a:ext cx="4500562" cy="450056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27D2B-BD1D-51F6-BDD5-8DE1C64D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F87906E-5BA5-FD66-B450-0C47A48B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12" y="243840"/>
            <a:ext cx="9601200" cy="82215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¿Qué es la replicación?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AE4C27-3385-70E2-1ECF-BF05C339664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64872" y="1947060"/>
            <a:ext cx="10062255" cy="2690254"/>
          </a:xfrm>
        </p:spPr>
        <p:txBody>
          <a:bodyPr>
            <a:normAutofit/>
          </a:bodyPr>
          <a:lstStyle/>
          <a:p>
            <a:r>
              <a:t>La replicación es una tecnología de SQL Server que permite copiar y distribuir datos y objetos de base de datos entre múltiples servidores, manteniendo la consistencia entre ellos. Se utiliza para disponibilidad, distribución geográfica y optimización de cargas de trabajo.</a:t>
            </a:r>
          </a:p>
        </p:txBody>
      </p:sp>
      <p:pic>
        <p:nvPicPr>
          <p:cNvPr id="2" name="Picture 2" descr="Replicación de datos, un as en la manga">
            <a:extLst>
              <a:ext uri="{FF2B5EF4-FFF2-40B4-BE49-F238E27FC236}">
                <a16:creationId xmlns:a16="http://schemas.microsoft.com/office/drawing/2014/main" id="{C03FB2E4-6701-8B8B-3C94-440AB8E06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86" y="5442585"/>
            <a:ext cx="38862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792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616C-B33C-1085-EFAB-9195D278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D3787A7-8D3B-7FA2-236E-2B69793A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12" y="243840"/>
            <a:ext cx="9601200" cy="82215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¿Por qué surge la replicación?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AE6F18-99F5-49C5-FA91-111E2C1E8CC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82684" y="1934043"/>
            <a:ext cx="10062255" cy="1288842"/>
          </a:xfrm>
        </p:spPr>
        <p:txBody>
          <a:bodyPr>
            <a:noAutofit/>
          </a:bodyPr>
          <a:lstStyle/>
          <a:p>
            <a:r>
              <a:t>Las organizaciones suelen tener múltiples sucursales, aplicaciones distribuidas y necesidades de consulta intensiva. La replicación permite acercar los datos a los usuarios sin depender de una única base central.</a:t>
            </a:r>
          </a:p>
        </p:txBody>
      </p:sp>
      <p:pic>
        <p:nvPicPr>
          <p:cNvPr id="2" name="Picture 2" descr="Imagenes De Signos De Interrogacion Animados, HD Png Download - blue  question mark png - Transparent Png Download (#5384336) - PngFind">
            <a:extLst>
              <a:ext uri="{FF2B5EF4-FFF2-40B4-BE49-F238E27FC236}">
                <a16:creationId xmlns:a16="http://schemas.microsoft.com/office/drawing/2014/main" id="{A016CA73-8EBA-8A75-ACC8-2E9246F47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24" y="4282168"/>
            <a:ext cx="185737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778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4F30-242D-0B63-9BC1-73AD6AA8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3D36806-E807-1388-BA60-A49D104D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12" y="243840"/>
            <a:ext cx="9601200" cy="82215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Objetivos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D2D125-F310-B82A-FF27-3D0A939E2B7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13114" y="1999749"/>
            <a:ext cx="8621486" cy="3747907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t>• Compartir información entre servidores.</a:t>
            </a:r>
          </a:p>
          <a:p>
            <a:r>
              <a:t>• Reducir carga sobre el servidor principal.</a:t>
            </a:r>
          </a:p>
          <a:p>
            <a:r>
              <a:t>• Mejorar disponibilidad.</a:t>
            </a:r>
          </a:p>
          <a:p>
            <a:r>
              <a:t>• Facilitar reportes y análisis.</a:t>
            </a:r>
          </a:p>
          <a:p>
            <a:r>
              <a:t>• Mantener sincronización de datos.</a:t>
            </a:r>
          </a:p>
        </p:txBody>
      </p:sp>
      <p:pic>
        <p:nvPicPr>
          <p:cNvPr id="3074" name="Picture 2" descr="Teorías - Iconos gratis de educación">
            <a:extLst>
              <a:ext uri="{FF2B5EF4-FFF2-40B4-BE49-F238E27FC236}">
                <a16:creationId xmlns:a16="http://schemas.microsoft.com/office/drawing/2014/main" id="{7510FC54-C99A-B720-EE61-3AC3DA664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401968"/>
            <a:ext cx="1746477" cy="174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11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326-1FC2-4629-B5EE-7ACAD7F6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AF86DCB-B2AC-1579-F17B-E0E93C19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Conceptos fundamentales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644860-3D76-42DE-1EB3-A414A76FABB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49116" y="1949338"/>
            <a:ext cx="9144000" cy="391028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dirty="0"/>
              <a:t>Publisher: origen de los datos.</a:t>
            </a:r>
          </a:p>
          <a:p>
            <a:r>
              <a:rPr dirty="0"/>
              <a:t>Distributor: intermediario que administra la replicación.</a:t>
            </a:r>
          </a:p>
          <a:p>
            <a:r>
              <a:rPr dirty="0" err="1"/>
              <a:t>Subscriber</a:t>
            </a:r>
            <a:r>
              <a:rPr dirty="0"/>
              <a:t>: destino que recibe los datos.</a:t>
            </a:r>
          </a:p>
          <a:p>
            <a:r>
              <a:rPr dirty="0" err="1"/>
              <a:t>Publication</a:t>
            </a:r>
            <a:r>
              <a:rPr dirty="0"/>
              <a:t>: conjunto de objetos publicados.</a:t>
            </a:r>
          </a:p>
          <a:p>
            <a:r>
              <a:rPr dirty="0" err="1"/>
              <a:t>Article</a:t>
            </a:r>
            <a:r>
              <a:rPr dirty="0"/>
              <a:t>: objeto individual dentro de una publicación.</a:t>
            </a:r>
          </a:p>
        </p:txBody>
      </p:sp>
      <p:pic>
        <p:nvPicPr>
          <p:cNvPr id="4098" name="Picture 2" descr="Base de datos - Iconos gratis de computadora">
            <a:extLst>
              <a:ext uri="{FF2B5EF4-FFF2-40B4-BE49-F238E27FC236}">
                <a16:creationId xmlns:a16="http://schemas.microsoft.com/office/drawing/2014/main" id="{F3195513-FCF1-69B0-8187-B37D1297B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" y="5209253"/>
            <a:ext cx="1619622" cy="161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58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51E04-89CD-74BB-5F70-A3CC17FF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C8293A8-DA21-188F-5E2E-B86AC83D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Arquitectura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6DDC0E-68DA-5AA8-2A72-07EF3EE146E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23869" y="1949338"/>
            <a:ext cx="9995380" cy="391028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dirty="0"/>
              <a:t>El Publisher genera cambios, el Distributor almacena metadatos y coordina la distribución, y los </a:t>
            </a:r>
            <a:r>
              <a:rPr dirty="0" err="1"/>
              <a:t>Subscribers</a:t>
            </a:r>
            <a:r>
              <a:rPr dirty="0"/>
              <a:t> reciben los cambios según las reglas definidas.</a:t>
            </a:r>
          </a:p>
        </p:txBody>
      </p:sp>
      <p:pic>
        <p:nvPicPr>
          <p:cNvPr id="3090" name="Picture 18" descr="Replicación de SQL Server: descripción general de componentes y topografía">
            <a:extLst>
              <a:ext uri="{FF2B5EF4-FFF2-40B4-BE49-F238E27FC236}">
                <a16:creationId xmlns:a16="http://schemas.microsoft.com/office/drawing/2014/main" id="{4BA23005-0246-28BE-ED0C-C4A19E108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227" y="2830809"/>
            <a:ext cx="4580845" cy="365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22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9398-BA96-34BF-A4B8-15A0864C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74382CC-68EA-B8F5-9450-809886F7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Publication y Articles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49AB01-059B-C3B3-E4AB-AD7B272E494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244897" y="1949339"/>
            <a:ext cx="9259817" cy="1795347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dirty="0"/>
              <a:t>Una publicación es un conjunto lógico de datos que se replican. Los artículos representan los objetos específicos incluidos en la publicación.</a:t>
            </a:r>
          </a:p>
        </p:txBody>
      </p:sp>
      <p:pic>
        <p:nvPicPr>
          <p:cNvPr id="4098" name="Picture 2" descr="Datos - Iconos gratis de negocios y finanzas">
            <a:extLst>
              <a:ext uri="{FF2B5EF4-FFF2-40B4-BE49-F238E27FC236}">
                <a16:creationId xmlns:a16="http://schemas.microsoft.com/office/drawing/2014/main" id="{3E4B357E-C205-9C09-E177-4AFF892B8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10" y="44910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367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4233-409B-C33F-D9D6-A5F73267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82BC5D1-69BF-EDB3-0BA0-D1C7FA6F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Tipos de replicación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2EA81C7-0775-CF0E-CBCC-D23E2CEA505C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805187" y="2105561"/>
            <a:ext cx="864932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SQL Server ofrece Snapshot, Transactional, Merge y Peer-to-Peer. Cada una resuelve necesidades distintas.</a:t>
            </a:r>
          </a:p>
        </p:txBody>
      </p:sp>
      <p:pic>
        <p:nvPicPr>
          <p:cNvPr id="5122" name="Picture 2" descr="Clasificación de datos - Iconos gratis de negocios y finanzas">
            <a:extLst>
              <a:ext uri="{FF2B5EF4-FFF2-40B4-BE49-F238E27FC236}">
                <a16:creationId xmlns:a16="http://schemas.microsoft.com/office/drawing/2014/main" id="{B2023867-5283-4622-18DB-67D23A587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56" y="5094514"/>
            <a:ext cx="1763486" cy="176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18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C2B5-247B-734A-AB08-FADD82ED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9B5E64B-CE0E-C444-835E-F736BE39C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Replicación Snapshot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AA5A5-9977-1BD9-9AD7-1AD3FCEC49B9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249311" y="2008675"/>
            <a:ext cx="10942689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Realiza una copia completa de los datos en un momento determinado. Es simple de implementar y adecuada cuando los cambios son poco frecuentes.</a:t>
            </a:r>
          </a:p>
        </p:txBody>
      </p:sp>
      <p:pic>
        <p:nvPicPr>
          <p:cNvPr id="2" name="Picture 2" descr="Copias De Seguridad Completa, Diferencial E Incremental. ¿Cuál Elegir?">
            <a:extLst>
              <a:ext uri="{FF2B5EF4-FFF2-40B4-BE49-F238E27FC236}">
                <a16:creationId xmlns:a16="http://schemas.microsoft.com/office/drawing/2014/main" id="{BB9FBDBD-6367-EE9A-1D44-39A9E4901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09" y="457834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918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A891E-625D-287A-D5F0-F7835F91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5AFCCC6-5676-8003-E6B1-0288FF896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Ventajas Snapshot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F34550-AA3C-90BD-0D2A-755A021A8733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167492" y="2321699"/>
            <a:ext cx="9362856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Configuración sencilla.</a:t>
            </a:r>
          </a:p>
          <a:p>
            <a:r>
              <a:t>Bajo costo administrativo.</a:t>
            </a:r>
          </a:p>
          <a:p>
            <a:r>
              <a:t>Ideal para catálogos y tablas estáticas.</a:t>
            </a:r>
          </a:p>
          <a:p>
            <a:r>
              <a:t>No requiere seguimiento continuo de transacciones.</a:t>
            </a:r>
          </a:p>
        </p:txBody>
      </p:sp>
      <p:pic>
        <p:nvPicPr>
          <p:cNvPr id="2" name="Picture 2" descr="Teorías - Iconos gratis de educación">
            <a:extLst>
              <a:ext uri="{FF2B5EF4-FFF2-40B4-BE49-F238E27FC236}">
                <a16:creationId xmlns:a16="http://schemas.microsoft.com/office/drawing/2014/main" id="{E530E14F-81E5-CA13-A712-98D9E3B27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523" y="0"/>
            <a:ext cx="1746477" cy="174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084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412F-20DA-2820-0F9B-C1F3168A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94336F9-1612-728E-E93E-FB98046C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545" y="604072"/>
            <a:ext cx="6906798" cy="848223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Desventajas </a:t>
            </a:r>
            <a:r>
              <a:rPr dirty="0" err="1"/>
              <a:t>Snapshot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652485-0B1B-B363-20C0-2737D56B1FEC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214081" y="2143125"/>
            <a:ext cx="7222347" cy="145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dirty="0"/>
              <a:t>Puede consumir ancho de banda elevado.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dirty="0"/>
              <a:t>No es adecuada para cambios frecuentes.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dirty="0"/>
              <a:t>La información puede quedar desactualizada entre sincronizaciones.</a:t>
            </a:r>
          </a:p>
        </p:txBody>
      </p:sp>
      <p:pic>
        <p:nvPicPr>
          <p:cNvPr id="7170" name="Picture 2" descr="Icono de Monitoreo de internet Generic color lineal-color | Freepik">
            <a:extLst>
              <a:ext uri="{FF2B5EF4-FFF2-40B4-BE49-F238E27FC236}">
                <a16:creationId xmlns:a16="http://schemas.microsoft.com/office/drawing/2014/main" id="{072BA32C-56FD-A139-E3CE-3E86850D1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52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051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0778C-D48F-1360-0640-D8B8924A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7ADFECE-C36C-2C6A-CE64-59794DD5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Replicación </a:t>
            </a:r>
            <a:r>
              <a:rPr dirty="0" err="1"/>
              <a:t>Transactional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3BBA75-D35E-E74A-DC64-1570B8A5D502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066799" y="2160909"/>
            <a:ext cx="88236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dirty="0"/>
              <a:t>Captura cambios desde el log de transacciones y los distribuye casi en tiempo real. Es la más utilizada en ambientes empresariales.</a:t>
            </a:r>
          </a:p>
        </p:txBody>
      </p:sp>
      <p:pic>
        <p:nvPicPr>
          <p:cNvPr id="7172" name="Picture 4" descr="Datos transaccionales - Iconos gratis de computadora">
            <a:extLst>
              <a:ext uri="{FF2B5EF4-FFF2-40B4-BE49-F238E27FC236}">
                <a16:creationId xmlns:a16="http://schemas.microsoft.com/office/drawing/2014/main" id="{C5E9A890-6447-D95E-2E0D-855F20417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53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664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46AB-8611-4BB8-3844-03919C91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AFA7BA5-C16B-F082-5734-40CCA0646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Ventajas Transactional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4E497E6-094B-C160-327C-387A1451A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9881" y="1333407"/>
            <a:ext cx="7222347" cy="4796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Actualización casi en tiempo real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Alta consistencia de los datos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Reduce la carga del servidor principal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Excelente para sistemas OLTP </a:t>
            </a:r>
            <a:r>
              <a:rPr lang="es-CR" sz="1400" b="1" dirty="0"/>
              <a:t>(Bancarios, ERP, CRM…)</a:t>
            </a:r>
            <a:endParaRPr lang="es-MX" sz="1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Escalabilidad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Soporte para múltiples </a:t>
            </a:r>
            <a:r>
              <a:rPr lang="es-MX" sz="1400" b="1" dirty="0" err="1"/>
              <a:t>Subscribers</a:t>
            </a:r>
            <a:endParaRPr lang="es-MX" sz="1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Baja utilización de ancho de banda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Disponibilidad de datos en diferentes ubicaciones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Facilita la generación de reportes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Menor impacto en los usuarios finales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Compatible con filtros y publicaciones específicas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Permite estrategias de recuperación ante desastres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Monitoreo integrado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Mantiene el orden de las transacciones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b="1" dirty="0"/>
              <a:t>Fácil integración con servidores de reportes y BI</a:t>
            </a:r>
          </a:p>
        </p:txBody>
      </p:sp>
    </p:spTree>
    <p:extLst>
      <p:ext uri="{BB962C8B-B14F-4D97-AF65-F5344CB8AC3E}">
        <p14:creationId xmlns:p14="http://schemas.microsoft.com/office/powerpoint/2010/main" val="1625904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542C-18BE-C6E1-599F-B7F9ED54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3C17AB1-16B7-5CD3-F35F-B2DC4420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572" y="0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Desventajas </a:t>
            </a:r>
            <a:r>
              <a:rPr dirty="0" err="1"/>
              <a:t>Transactional</a:t>
            </a:r>
            <a:endParaRPr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9CFE68F-0123-F96D-36C3-E1D6AFC1D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572" y="821176"/>
            <a:ext cx="9655971" cy="557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Mayor complejidad de configuración y administración.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Requiere monitoreo constante.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Dependencia del </a:t>
            </a:r>
            <a:r>
              <a:rPr lang="es-MX" sz="1100" b="1" dirty="0" err="1"/>
              <a:t>Transaction</a:t>
            </a:r>
            <a:r>
              <a:rPr lang="es-MX" sz="1100" b="1" dirty="0"/>
              <a:t> Log.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Incremento en el uso de recursos del servidor.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Consumo adicional de ancho de banda de red.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Posible aumento de la latencia en períodos de alta carga.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Dificultad para solucionar errores de sincronización.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No está diseñada para modificaciones frecuentes en los </a:t>
            </a:r>
            <a:r>
              <a:rPr lang="es-MX" sz="1100" b="1" dirty="0" err="1"/>
              <a:t>Subscribers</a:t>
            </a:r>
            <a:r>
              <a:rPr lang="es-MX" sz="1100" b="1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Puede generar crecimiento acelerado del </a:t>
            </a:r>
            <a:r>
              <a:rPr lang="es-MX" sz="1100" b="1" dirty="0" err="1"/>
              <a:t>Transaction</a:t>
            </a:r>
            <a:r>
              <a:rPr lang="es-MX" sz="1100" b="1" dirty="0"/>
              <a:t> Log.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Requiere mantenimiento de agentes y servicios de replicación.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Mayor complejidad en ambientes con múltiples servidores.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Dependencia de una conectividad estable entre nodos.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Puede afectar el rendimiento del Publisher en sistemas muy transaccionales.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Recuperar una replicación dañada puede ser un proceso complejo.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No sustituye las estrategias de respaldo y recuperación.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Incrementa los costos de administración e infraestructura.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Posibles problemas de seguridad si las comunicaciones no están correctamente configuradas.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Requiere planificación cuidadosa para cambios de esquema en las tablas replicadas.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La pérdida o corrupción del Distributor puede afectar toda la topología de replicación.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100" b="1" dirty="0"/>
              <a:t>La resolución de incidencias suele requerir conocimientos avanzados de SQL Server.</a:t>
            </a:r>
          </a:p>
        </p:txBody>
      </p:sp>
    </p:spTree>
    <p:extLst>
      <p:ext uri="{BB962C8B-B14F-4D97-AF65-F5344CB8AC3E}">
        <p14:creationId xmlns:p14="http://schemas.microsoft.com/office/powerpoint/2010/main" val="1864566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87E0-297C-5ED5-F735-7FD5709E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E5D1A86-F4C2-EA56-947E-0463118F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Replicación Merge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A256A1D-C73E-8492-F906-4EF8D2E81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9572" y="1791439"/>
            <a:ext cx="8823698" cy="2436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Permite que tanto el servidor publicador (Publisher) como los servidores suscriptores (</a:t>
            </a:r>
            <a:r>
              <a:rPr lang="es-MX" dirty="0" err="1"/>
              <a:t>Subscribers</a:t>
            </a:r>
            <a:r>
              <a:rPr lang="es-MX" dirty="0"/>
              <a:t>) realicen modificaciones en los datos de forma independiente. Posteriormente, cuando los servidores se conectan nuevamente, SQL Server sincroniza los cambios realizados en cada uno de ellos y resuelve automáticamente los posibles conflictos que puedan surgir.</a:t>
            </a:r>
          </a:p>
          <a:p>
            <a:r>
              <a:rPr lang="es-MX" dirty="0"/>
              <a:t>Es especialmente útil en entornos donde los usuarios trabajan de manera desconectada o con conexiones intermitentes, como sucursales remotas, dispositivos móviles o sistemas distribuidos geográficamente.</a:t>
            </a:r>
          </a:p>
        </p:txBody>
      </p:sp>
      <p:pic>
        <p:nvPicPr>
          <p:cNvPr id="9218" name="Picture 2" descr="Desconectar - Iconos gratis de computadora">
            <a:extLst>
              <a:ext uri="{FF2B5EF4-FFF2-40B4-BE49-F238E27FC236}">
                <a16:creationId xmlns:a16="http://schemas.microsoft.com/office/drawing/2014/main" id="{8DFD5CC0-DCAD-7843-2756-1F83FF54B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10" y="468221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151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EC7B-2BA9-FFF1-9C62-463781F8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C7A7B49-E533-F863-DFE9-ADA41E57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Características principales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6B1E7B4-8A27-65FC-A2A6-F5FA6E56F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9572" y="2014577"/>
            <a:ext cx="8823698" cy="199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Permite modificaciones en múltiples servidores.</a:t>
            </a:r>
          </a:p>
          <a:p>
            <a:r>
              <a:rPr lang="es-MX"/>
              <a:t>Funciona incluso con conexiones intermitentes.</a:t>
            </a:r>
          </a:p>
          <a:p>
            <a:r>
              <a:rPr lang="es-MX"/>
              <a:t>Sincroniza cambios de forma bidireccional.</a:t>
            </a:r>
          </a:p>
          <a:p>
            <a:r>
              <a:rPr lang="es-MX"/>
              <a:t>Incluye mecanismos de detección y resolución de conflictos.</a:t>
            </a:r>
          </a:p>
          <a:p>
            <a:r>
              <a:rPr lang="es-MX"/>
              <a:t>Es ideal para entornos distribuidos y usuarios móviles.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71715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8CC9-49FF-C3F5-E8C8-43657DD3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E07BE3B-9D5D-29C1-2C17-92D56EBF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Ventajas Merge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7933C3F-1AC0-0A7F-6FEE-1D47AC763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4567" y="2040844"/>
            <a:ext cx="7222347" cy="3098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Permite realizar cambios tanto en el Publisher como en los </a:t>
            </a:r>
            <a:r>
              <a:rPr lang="es-MX" sz="1800" b="1" dirty="0" err="1"/>
              <a:t>Subscribers</a:t>
            </a:r>
            <a:r>
              <a:rPr lang="es-MX" sz="1800" b="1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Funciona correctamente en entornos con conexiones intermitentes o desconectadas.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Sincroniza automáticamente los cambios cuando los servidores vuelven a conectarse.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Ideal para sucursales remotas, dispositivos móviles y usuarios distribuidos geográficamente.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Incluye mecanismos automáticos para detectar y resolver conflictos de datos.</a:t>
            </a:r>
          </a:p>
        </p:txBody>
      </p:sp>
    </p:spTree>
    <p:extLst>
      <p:ext uri="{BB962C8B-B14F-4D97-AF65-F5344CB8AC3E}">
        <p14:creationId xmlns:p14="http://schemas.microsoft.com/office/powerpoint/2010/main" val="4051701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A6E41-1153-88F7-98FB-6E43E139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62881DA-B54E-6984-C93C-44477A590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29" y="516048"/>
            <a:ext cx="6401205" cy="82117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t>Ventajas Merge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D2BF6CE-225E-8BB3-D6FE-75D2DDFE2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509" y="2279257"/>
            <a:ext cx="8463319" cy="2599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Es más compleja de configurar y administrar que otros tipos de replicación.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Puede generar conflictos cuando varios usuarios modifican los mismos datos.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Consume más recursos de procesamiento y almacenamiento debido al seguimiento de cambios.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La sincronización puede ser más lenta en bases de datos grandes o con muchos cambios.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El diagnóstico y resolución de problemas suele ser más complicado que en la replicación transaccional.</a:t>
            </a:r>
          </a:p>
        </p:txBody>
      </p:sp>
    </p:spTree>
    <p:extLst>
      <p:ext uri="{BB962C8B-B14F-4D97-AF65-F5344CB8AC3E}">
        <p14:creationId xmlns:p14="http://schemas.microsoft.com/office/powerpoint/2010/main" val="1526124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8A876-7543-6125-E5E5-1AFA7CAF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F99A5A0-44FF-8C26-5D2B-85AC2AC4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396" y="286522"/>
            <a:ext cx="3178563" cy="495156"/>
          </a:xfrm>
        </p:spPr>
        <p:txBody>
          <a:bodyPr rtlCol="0" anchor="b">
            <a:normAutofit fontScale="90000"/>
          </a:bodyPr>
          <a:lstStyle>
            <a:defPPr>
              <a:defRPr lang="es-ES"/>
            </a:defPPr>
          </a:lstStyle>
          <a:p>
            <a:r>
              <a:t>Peer-to-Peer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69706F-8F58-41D9-5EBE-36776B678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1508461"/>
            <a:ext cx="9779182" cy="384107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t>Extensión de la replicación transaccional donde varios nodos participan activamente. Se utiliza para alta disponibilidad y escalabilidad.</a:t>
            </a:r>
          </a:p>
        </p:txBody>
      </p:sp>
      <p:pic>
        <p:nvPicPr>
          <p:cNvPr id="12290" name="Picture 2" descr="Nodos - Iconos gratis de negocio">
            <a:extLst>
              <a:ext uri="{FF2B5EF4-FFF2-40B4-BE49-F238E27FC236}">
                <a16:creationId xmlns:a16="http://schemas.microsoft.com/office/drawing/2014/main" id="{FB6D1DA0-B60F-2DDB-FFBE-E1EFC2A58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52" y="3597996"/>
            <a:ext cx="2823105" cy="282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480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dirty="0"/>
              <a:t>Agentes de replicación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C7DD6A-6BE0-4511-05D3-ABA10FC49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/>
          <a:lstStyle/>
          <a:p>
            <a:r>
              <a:rPr lang="es-MX" dirty="0"/>
              <a:t>Son procesos ejecutados por </a:t>
            </a:r>
            <a:r>
              <a:rPr lang="es-MX" b="1" dirty="0"/>
              <a:t>SQL Server Agent</a:t>
            </a:r>
            <a:r>
              <a:rPr lang="es-MX" dirty="0"/>
              <a:t> que se encargan de copiar, distribuir, sincronizar y monitorear los datos entre el Publisher, Distributor y </a:t>
            </a:r>
            <a:r>
              <a:rPr lang="es-MX" dirty="0" err="1"/>
              <a:t>Subscriber</a:t>
            </a:r>
            <a:r>
              <a:rPr lang="es-MX" dirty="0"/>
              <a:t>.</a:t>
            </a:r>
          </a:p>
          <a:p>
            <a:r>
              <a:rPr lang="es-MX" dirty="0"/>
              <a:t>Cada tipo de replicación utiliza uno o varios agentes especializados para realizar tareas específicas dentro del proceso de replicación.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replicación transaccional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Cambio en Publisher.</a:t>
            </a:r>
          </a:p>
          <a:p>
            <a:r>
              <a:t>2. Registro en Transaction Log.</a:t>
            </a:r>
          </a:p>
          <a:p>
            <a:r>
              <a:t>3. Captura por Log Reader.</a:t>
            </a:r>
          </a:p>
          <a:p>
            <a:r>
              <a:t>4. Distribución.</a:t>
            </a:r>
          </a:p>
          <a:p>
            <a:r>
              <a:t>5. Aplicación en Subscriber.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Server incluye Replication Monitor para supervisar latencia, errores, agentes y rendimiento de la replicación.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Problemas comunes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Latencia elevada.</a:t>
            </a:r>
          </a:p>
          <a:p>
            <a:r>
              <a:t>Agentes detenidos.</a:t>
            </a:r>
          </a:p>
          <a:p>
            <a:r>
              <a:t>Conflictos de datos.</a:t>
            </a:r>
          </a:p>
          <a:p>
            <a:r>
              <a:t>Problemas de red.</a:t>
            </a:r>
          </a:p>
          <a:p>
            <a:r>
              <a:t>Crecimiento excesivo del Transaction Log.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Monitorear constantemente.</a:t>
            </a:r>
          </a:p>
          <a:p>
            <a:r>
              <a:t>Respaldar Publisher y Distributor.</a:t>
            </a:r>
          </a:p>
          <a:p>
            <a:r>
              <a:t>Documentar la topología.</a:t>
            </a:r>
          </a:p>
          <a:p>
            <a:r>
              <a:t>Probar antes de producción.</a:t>
            </a:r>
          </a:p>
          <a:p>
            <a:r>
              <a:t>Evitar replicar datos innecesarios.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Replicación vs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backup protege contra pérdida de datos. La replicación distribuye datos. No son tecnologías equivalentes ni sustitutas.</a:t>
            </a:r>
          </a:p>
        </p:txBody>
      </p:sp>
      <p:pic>
        <p:nvPicPr>
          <p:cNvPr id="14340" name="Picture 4" descr="Amazon S3 Backup vs Replication: Key Differences &amp; Best Use Cases">
            <a:extLst>
              <a:ext uri="{FF2B5EF4-FFF2-40B4-BE49-F238E27FC236}">
                <a16:creationId xmlns:a16="http://schemas.microsoft.com/office/drawing/2014/main" id="{50E3DE13-D108-C687-DCB5-DE9E7B844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88" y="4501100"/>
            <a:ext cx="3546543" cy="210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3AA9-3E1C-ADCD-85EA-5ECB710D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57F0E-7C63-0CBC-CCB3-B88516E0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950" y="356180"/>
            <a:ext cx="3717936" cy="725207"/>
          </a:xfrm>
        </p:spPr>
        <p:txBody>
          <a:bodyPr/>
          <a:lstStyle/>
          <a:p>
            <a:r>
              <a:rPr dirty="0"/>
              <a:t>Restricciones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B068-3CF5-B7E5-7943-1084A6C24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122" y="1222810"/>
            <a:ext cx="9779182" cy="3366815"/>
          </a:xfrm>
        </p:spPr>
        <p:txBody>
          <a:bodyPr/>
          <a:lstStyle/>
          <a:p>
            <a:r>
              <a:rPr dirty="0"/>
              <a:t>Se debe de tener la </a:t>
            </a:r>
            <a:r>
              <a:rPr dirty="0" err="1"/>
              <a:t>versi</a:t>
            </a:r>
            <a:r>
              <a:rPr lang="es-CR" dirty="0" err="1"/>
              <a:t>ó</a:t>
            </a:r>
            <a:r>
              <a:rPr dirty="0"/>
              <a:t>n </a:t>
            </a:r>
            <a:r>
              <a:rPr dirty="0" err="1"/>
              <a:t>Developer</a:t>
            </a:r>
            <a:r>
              <a:rPr dirty="0"/>
              <a:t> o Enterprise para poder utilizar </a:t>
            </a:r>
            <a:r>
              <a:rPr dirty="0" err="1"/>
              <a:t>replicaci</a:t>
            </a:r>
            <a:r>
              <a:rPr lang="es-CR" dirty="0" err="1"/>
              <a:t>ó</a:t>
            </a:r>
            <a:r>
              <a:rPr dirty="0"/>
              <a:t>n de base de datos.</a:t>
            </a:r>
          </a:p>
          <a:p>
            <a:r>
              <a:rPr lang="es-ES" dirty="0"/>
              <a:t>Seleccionar la característica en la instalación de replicación para poder utilizarla.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74ABC2-02C8-1D3D-90D7-EB0972105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645" y="2891059"/>
            <a:ext cx="4456373" cy="392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16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Laboratorio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Configurar la </a:t>
            </a:r>
            <a:r>
              <a:rPr dirty="0" err="1"/>
              <a:t>replicaci</a:t>
            </a:r>
            <a:r>
              <a:rPr lang="es-CR" dirty="0" err="1"/>
              <a:t>ó</a:t>
            </a:r>
            <a:r>
              <a:rPr dirty="0"/>
              <a:t>n de la base de datos del curso en una nueva base de datos restaurada como se vio en clase.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replicación permite distribuir datos eficientemente. La selección correcta depende de frecuencia de cambios, disponibilidad requerida y complejidad aceptable.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5494" y="2569028"/>
            <a:ext cx="4490822" cy="1062665"/>
          </a:xfrm>
        </p:spPr>
        <p:txBody>
          <a:bodyPr/>
          <a:lstStyle/>
          <a:p>
            <a:r>
              <a:rPr dirty="0"/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20_TF45331398_Win32" id="{C0135C28-68A3-40E4-BC16-4AD80F3EE0C9}" vid="{17F0BC35-05E6-4450-B170-6A0CA2A0F36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universal</Template>
  <TotalTime>2449</TotalTime>
  <Words>1174</Words>
  <Application>Microsoft Office PowerPoint</Application>
  <PresentationFormat>Panorámica</PresentationFormat>
  <Paragraphs>151</Paragraphs>
  <Slides>29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Tenorite</vt:lpstr>
      <vt:lpstr>Personalizar</vt:lpstr>
      <vt:lpstr>IF-5100 Administración de Bases de Datos Informática Empresarial</vt:lpstr>
      <vt:lpstr>¿Qué es la replicación?</vt:lpstr>
      <vt:lpstr>¿Por qué surge la replicación?</vt:lpstr>
      <vt:lpstr>Objetivos principales</vt:lpstr>
      <vt:lpstr>Conceptos fundamentales</vt:lpstr>
      <vt:lpstr>Arquitectura general</vt:lpstr>
      <vt:lpstr>Publication y Articles</vt:lpstr>
      <vt:lpstr>Tipos de replicación</vt:lpstr>
      <vt:lpstr>Replicación Snapshot</vt:lpstr>
      <vt:lpstr>Ventajas Snapshot</vt:lpstr>
      <vt:lpstr>Desventajas Snapshot</vt:lpstr>
      <vt:lpstr>Replicación Transactional</vt:lpstr>
      <vt:lpstr>Ventajas Transactional</vt:lpstr>
      <vt:lpstr>Desventajas Transactional</vt:lpstr>
      <vt:lpstr>Replicación Merge</vt:lpstr>
      <vt:lpstr>Características principales</vt:lpstr>
      <vt:lpstr>Ventajas Merge</vt:lpstr>
      <vt:lpstr>Ventajas Merge</vt:lpstr>
      <vt:lpstr>Peer-to-Peer</vt:lpstr>
      <vt:lpstr>Agentes de replicación</vt:lpstr>
      <vt:lpstr>Flujo de replicación transaccional</vt:lpstr>
      <vt:lpstr>Monitoreo</vt:lpstr>
      <vt:lpstr>Problemas comunes</vt:lpstr>
      <vt:lpstr>Buenas prácticas</vt:lpstr>
      <vt:lpstr>Replicación vs Backup</vt:lpstr>
      <vt:lpstr>Restricciones</vt:lpstr>
      <vt:lpstr>Laboratorio práctico</vt:lpstr>
      <vt:lpstr>Resumen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QUESADA CASTILLO RANDALL JOSUE</dc:creator>
  <cp:lastModifiedBy>QUESADA CASTILLO RANDALL JOSUE</cp:lastModifiedBy>
  <cp:revision>6</cp:revision>
  <dcterms:created xsi:type="dcterms:W3CDTF">2026-03-09T18:31:26Z</dcterms:created>
  <dcterms:modified xsi:type="dcterms:W3CDTF">2026-06-11T00:05:00Z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