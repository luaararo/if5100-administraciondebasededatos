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361" r:id="rId6"/>
    <p:sldId id="364" r:id="rId7"/>
    <p:sldId id="355" r:id="rId8"/>
    <p:sldId id="304" r:id="rId9"/>
    <p:sldId id="328" r:id="rId10"/>
    <p:sldId id="372" r:id="rId11"/>
    <p:sldId id="373" r:id="rId12"/>
    <p:sldId id="374" r:id="rId13"/>
    <p:sldId id="365" r:id="rId14"/>
    <p:sldId id="366" r:id="rId15"/>
    <p:sldId id="367" r:id="rId16"/>
    <p:sldId id="368" r:id="rId17"/>
    <p:sldId id="370" r:id="rId18"/>
    <p:sldId id="371" r:id="rId19"/>
    <p:sldId id="375" r:id="rId20"/>
    <p:sldId id="376" r:id="rId21"/>
    <p:sldId id="377" r:id="rId22"/>
    <p:sldId id="378" r:id="rId23"/>
    <p:sldId id="379" r:id="rId24"/>
    <p:sldId id="353" r:id="rId25"/>
    <p:sldId id="296" r:id="rId2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3DCF2-0467-4F49-92CA-9635411CD6BB}" v="41" dt="2026-04-14T16:37:18.169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79661" autoAdjust="0"/>
  </p:normalViewPr>
  <p:slideViewPr>
    <p:cSldViewPr snapToGrid="0">
      <p:cViewPr varScale="1">
        <p:scale>
          <a:sx n="88" d="100"/>
          <a:sy n="88" d="100"/>
        </p:scale>
        <p:origin x="1578" y="84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ESADA CASTILLO RANDALL JOSUE" userId="b29aff0c-7e4a-4e11-b3dc-2798a24f161e" providerId="ADAL" clId="{7F2C15F9-14F4-41C9-A6D2-58022218BE9B}"/>
    <pc:docChg chg="undo redo custSel addSld delSld modSld sldOrd">
      <pc:chgData name="QUESADA CASTILLO RANDALL JOSUE" userId="b29aff0c-7e4a-4e11-b3dc-2798a24f161e" providerId="ADAL" clId="{7F2C15F9-14F4-41C9-A6D2-58022218BE9B}" dt="2026-04-14T16:38:30.667" v="6364" actId="1076"/>
      <pc:docMkLst>
        <pc:docMk/>
      </pc:docMkLst>
      <pc:sldChg chg="modSp mod">
        <pc:chgData name="QUESADA CASTILLO RANDALL JOSUE" userId="b29aff0c-7e4a-4e11-b3dc-2798a24f161e" providerId="ADAL" clId="{7F2C15F9-14F4-41C9-A6D2-58022218BE9B}" dt="2026-04-14T16:16:20.699" v="5695" actId="20577"/>
        <pc:sldMkLst>
          <pc:docMk/>
          <pc:sldMk cId="2259308896" sldId="256"/>
        </pc:sldMkLst>
        <pc:spChg chg="mod">
          <ac:chgData name="QUESADA CASTILLO RANDALL JOSUE" userId="b29aff0c-7e4a-4e11-b3dc-2798a24f161e" providerId="ADAL" clId="{7F2C15F9-14F4-41C9-A6D2-58022218BE9B}" dt="2026-04-14T16:16:20.699" v="5695" actId="20577"/>
          <ac:spMkLst>
            <pc:docMk/>
            <pc:sldMk cId="2259308896" sldId="256"/>
            <ac:spMk id="6" creationId="{BBC0F21F-D25A-E60F-B9DD-8D1C7B7203FF}"/>
          </ac:spMkLst>
        </pc:spChg>
      </pc:sldChg>
      <pc:sldChg chg="addSp modSp mod modClrScheme chgLayout">
        <pc:chgData name="QUESADA CASTILLO RANDALL JOSUE" userId="b29aff0c-7e4a-4e11-b3dc-2798a24f161e" providerId="ADAL" clId="{7F2C15F9-14F4-41C9-A6D2-58022218BE9B}" dt="2026-04-14T16:19:01.909" v="5801" actId="20577"/>
        <pc:sldMkLst>
          <pc:docMk/>
          <pc:sldMk cId="1325608595" sldId="257"/>
        </pc:sldMkLst>
        <pc:graphicFrameChg chg="mod modGraphic">
          <ac:chgData name="QUESADA CASTILLO RANDALL JOSUE" userId="b29aff0c-7e4a-4e11-b3dc-2798a24f161e" providerId="ADAL" clId="{7F2C15F9-14F4-41C9-A6D2-58022218BE9B}" dt="2026-04-14T16:19:01.909" v="5801" actId="20577"/>
          <ac:graphicFrameMkLst>
            <pc:docMk/>
            <pc:sldMk cId="1325608595" sldId="257"/>
            <ac:graphicFrameMk id="5" creationId="{C206C54B-6301-7941-014E-AE2DA775D4E4}"/>
          </ac:graphicFrameMkLst>
        </pc:graphicFrameChg>
      </pc:sldChg>
      <pc:sldChg chg="addSp delSp modSp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1265939620" sldId="290"/>
        </pc:sldMkLst>
      </pc:sldChg>
      <pc:sldChg chg="addSp delSp modSp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534254283" sldId="297"/>
        </pc:sldMkLst>
      </pc:sldChg>
      <pc:sldChg chg="addSp modSp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3370611093" sldId="298"/>
        </pc:sldMkLst>
      </pc:sldChg>
      <pc:sldChg chg="addSp delSp modSp mod">
        <pc:chgData name="QUESADA CASTILLO RANDALL JOSUE" userId="b29aff0c-7e4a-4e11-b3dc-2798a24f161e" providerId="ADAL" clId="{7F2C15F9-14F4-41C9-A6D2-58022218BE9B}" dt="2026-04-14T16:27:20.342" v="6107" actId="20577"/>
        <pc:sldMkLst>
          <pc:docMk/>
          <pc:sldMk cId="2477588734" sldId="304"/>
        </pc:sldMkLst>
        <pc:spChg chg="add mod">
          <ac:chgData name="QUESADA CASTILLO RANDALL JOSUE" userId="b29aff0c-7e4a-4e11-b3dc-2798a24f161e" providerId="ADAL" clId="{7F2C15F9-14F4-41C9-A6D2-58022218BE9B}" dt="2026-04-14T16:23:37.354" v="5868" actId="14100"/>
          <ac:spMkLst>
            <pc:docMk/>
            <pc:sldMk cId="2477588734" sldId="304"/>
            <ac:spMk id="2" creationId="{42A7C5F1-EC77-F2BB-71D1-C3713DDD6A79}"/>
          </ac:spMkLst>
        </pc:spChg>
        <pc:spChg chg="mod">
          <ac:chgData name="QUESADA CASTILLO RANDALL JOSUE" userId="b29aff0c-7e4a-4e11-b3dc-2798a24f161e" providerId="ADAL" clId="{7F2C15F9-14F4-41C9-A6D2-58022218BE9B}" dt="2026-04-14T16:27:20.342" v="6107" actId="20577"/>
          <ac:spMkLst>
            <pc:docMk/>
            <pc:sldMk cId="2477588734" sldId="304"/>
            <ac:spMk id="3" creationId="{40644860-3D76-42DE-1EB3-A414A76FABB0}"/>
          </ac:spMkLst>
        </pc:spChg>
        <pc:spChg chg="mod">
          <ac:chgData name="QUESADA CASTILLO RANDALL JOSUE" userId="b29aff0c-7e4a-4e11-b3dc-2798a24f161e" providerId="ADAL" clId="{7F2C15F9-14F4-41C9-A6D2-58022218BE9B}" dt="2026-04-14T16:23:04.895" v="5864" actId="20577"/>
          <ac:spMkLst>
            <pc:docMk/>
            <pc:sldMk cId="2477588734" sldId="304"/>
            <ac:spMk id="6" creationId="{CAF86DCB-B2AC-1579-F17B-E0E93C19A913}"/>
          </ac:spMkLst>
        </pc:spChg>
        <pc:picChg chg="add del mod">
          <ac:chgData name="QUESADA CASTILLO RANDALL JOSUE" userId="b29aff0c-7e4a-4e11-b3dc-2798a24f161e" providerId="ADAL" clId="{7F2C15F9-14F4-41C9-A6D2-58022218BE9B}" dt="2026-04-14T16:23:07.357" v="5865" actId="478"/>
          <ac:picMkLst>
            <pc:docMk/>
            <pc:sldMk cId="2477588734" sldId="304"/>
            <ac:picMk id="4" creationId="{AFB6C534-FDB6-66AA-D380-C395F871BCED}"/>
          </ac:picMkLst>
        </pc:picChg>
      </pc:sldChg>
      <pc:sldChg chg="addSp delSp modSp add mod">
        <pc:chgData name="QUESADA CASTILLO RANDALL JOSUE" userId="b29aff0c-7e4a-4e11-b3dc-2798a24f161e" providerId="ADAL" clId="{7F2C15F9-14F4-41C9-A6D2-58022218BE9B}" dt="2026-04-14T16:28:22.009" v="6141" actId="12"/>
        <pc:sldMkLst>
          <pc:docMk/>
          <pc:sldMk cId="1739223790" sldId="328"/>
        </pc:sldMkLst>
        <pc:spChg chg="mod">
          <ac:chgData name="QUESADA CASTILLO RANDALL JOSUE" userId="b29aff0c-7e4a-4e11-b3dc-2798a24f161e" providerId="ADAL" clId="{7F2C15F9-14F4-41C9-A6D2-58022218BE9B}" dt="2026-04-14T16:28:22.009" v="6141" actId="12"/>
          <ac:spMkLst>
            <pc:docMk/>
            <pc:sldMk cId="1739223790" sldId="328"/>
            <ac:spMk id="3" creationId="{766DDC0E-68DA-5AA8-2A72-07EF3EE146E9}"/>
          </ac:spMkLst>
        </pc:spChg>
        <pc:spChg chg="mod">
          <ac:chgData name="QUESADA CASTILLO RANDALL JOSUE" userId="b29aff0c-7e4a-4e11-b3dc-2798a24f161e" providerId="ADAL" clId="{7F2C15F9-14F4-41C9-A6D2-58022218BE9B}" dt="2026-04-14T16:27:30.877" v="6131" actId="20577"/>
          <ac:spMkLst>
            <pc:docMk/>
            <pc:sldMk cId="1739223790" sldId="328"/>
            <ac:spMk id="6" creationId="{CC8293A8-DA21-188F-5E2E-B86AC83D3186}"/>
          </ac:spMkLst>
        </pc:spChg>
        <pc:picChg chg="add del mod">
          <ac:chgData name="QUESADA CASTILLO RANDALL JOSUE" userId="b29aff0c-7e4a-4e11-b3dc-2798a24f161e" providerId="ADAL" clId="{7F2C15F9-14F4-41C9-A6D2-58022218BE9B}" dt="2026-04-14T16:28:05.389" v="6134" actId="478"/>
          <ac:picMkLst>
            <pc:docMk/>
            <pc:sldMk cId="1739223790" sldId="328"/>
            <ac:picMk id="4" creationId="{6EEA13CA-0568-4C1E-679B-24C6FAD04D45}"/>
          </ac:picMkLst>
        </pc:picChg>
        <pc:picChg chg="add mod">
          <ac:chgData name="QUESADA CASTILLO RANDALL JOSUE" userId="b29aff0c-7e4a-4e11-b3dc-2798a24f161e" providerId="ADAL" clId="{7F2C15F9-14F4-41C9-A6D2-58022218BE9B}" dt="2026-04-14T16:28:14.877" v="6140" actId="1076"/>
          <ac:picMkLst>
            <pc:docMk/>
            <pc:sldMk cId="1739223790" sldId="328"/>
            <ac:picMk id="5" creationId="{75279DD4-2025-2109-B185-FE69252C26E2}"/>
          </ac:picMkLst>
        </pc:picChg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579485490" sldId="329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460903096" sldId="330"/>
        </pc:sldMkLst>
      </pc:sldChg>
      <pc:sldChg chg="addSp delSp modSp add del mod or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730301824" sldId="331"/>
        </pc:sldMkLst>
      </pc:sldChg>
      <pc:sldChg chg="add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3011585753" sldId="332"/>
        </pc:sldMkLst>
      </pc:sldChg>
      <pc:sldChg chg="addSp 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541330548" sldId="333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289318680" sldId="334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558388775" sldId="335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770248985" sldId="336"/>
        </pc:sldMkLst>
      </pc:sldChg>
      <pc:sldChg chg="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4194726471" sldId="337"/>
        </pc:sldMkLst>
      </pc:sldChg>
      <pc:sldChg chg="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884881557" sldId="338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2304586049" sldId="339"/>
        </pc:sldMkLst>
      </pc:sldChg>
      <pc:sldChg chg="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074066710" sldId="340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2317003868" sldId="341"/>
        </pc:sldMkLst>
      </pc:sldChg>
      <pc:sldChg chg="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3318821283" sldId="342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3538680302" sldId="343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382697829" sldId="344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3982919499" sldId="345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029029986" sldId="346"/>
        </pc:sldMkLst>
      </pc:sldChg>
      <pc:sldChg chg="addSp 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504765599" sldId="347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315358264" sldId="348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326714196" sldId="349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994136278" sldId="350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025645493" sldId="351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567402115" sldId="352"/>
        </pc:sldMkLst>
      </pc:sldChg>
      <pc:sldChg chg="modSp add mod">
        <pc:chgData name="QUESADA CASTILLO RANDALL JOSUE" userId="b29aff0c-7e4a-4e11-b3dc-2798a24f161e" providerId="ADAL" clId="{7F2C15F9-14F4-41C9-A6D2-58022218BE9B}" dt="2026-04-14T16:38:30.667" v="6364" actId="1076"/>
        <pc:sldMkLst>
          <pc:docMk/>
          <pc:sldMk cId="3226480656" sldId="353"/>
        </pc:sldMkLst>
        <pc:spChg chg="mod">
          <ac:chgData name="QUESADA CASTILLO RANDALL JOSUE" userId="b29aff0c-7e4a-4e11-b3dc-2798a24f161e" providerId="ADAL" clId="{7F2C15F9-14F4-41C9-A6D2-58022218BE9B}" dt="2026-03-20T17:32:14.523" v="4627" actId="27636"/>
          <ac:spMkLst>
            <pc:docMk/>
            <pc:sldMk cId="3226480656" sldId="353"/>
            <ac:spMk id="3" creationId="{C169706F-8F58-41D9-5EBE-36776B678833}"/>
          </ac:spMkLst>
        </pc:spChg>
        <pc:spChg chg="mod">
          <ac:chgData name="QUESADA CASTILLO RANDALL JOSUE" userId="b29aff0c-7e4a-4e11-b3dc-2798a24f161e" providerId="ADAL" clId="{7F2C15F9-14F4-41C9-A6D2-58022218BE9B}" dt="2026-04-14T16:38:30.667" v="6364" actId="1076"/>
          <ac:spMkLst>
            <pc:docMk/>
            <pc:sldMk cId="3226480656" sldId="353"/>
            <ac:spMk id="6" creationId="{4F99A5A0-44FF-8C26-5D2B-85AC2AC4C40B}"/>
          </ac:spMkLst>
        </pc:spChg>
      </pc:sldChg>
      <pc:sldChg chg="addSp delSp 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324951660" sldId="354"/>
        </pc:sldMkLst>
      </pc:sldChg>
      <pc:sldChg chg="addSp delSp modSp add mod">
        <pc:chgData name="QUESADA CASTILLO RANDALL JOSUE" userId="b29aff0c-7e4a-4e11-b3dc-2798a24f161e" providerId="ADAL" clId="{7F2C15F9-14F4-41C9-A6D2-58022218BE9B}" dt="2026-04-14T16:22:52.676" v="5838" actId="1076"/>
        <pc:sldMkLst>
          <pc:docMk/>
          <pc:sldMk cId="2444118942" sldId="355"/>
        </pc:sldMkLst>
        <pc:spChg chg="mod">
          <ac:chgData name="QUESADA CASTILLO RANDALL JOSUE" userId="b29aff0c-7e4a-4e11-b3dc-2798a24f161e" providerId="ADAL" clId="{7F2C15F9-14F4-41C9-A6D2-58022218BE9B}" dt="2026-04-14T16:22:52.676" v="5838" actId="1076"/>
          <ac:spMkLst>
            <pc:docMk/>
            <pc:sldMk cId="2444118942" sldId="355"/>
            <ac:spMk id="3" creationId="{11D2D125-F310-B82A-FF27-3D0A939E2B70}"/>
          </ac:spMkLst>
        </pc:spChg>
        <pc:spChg chg="mod">
          <ac:chgData name="QUESADA CASTILLO RANDALL JOSUE" userId="b29aff0c-7e4a-4e11-b3dc-2798a24f161e" providerId="ADAL" clId="{7F2C15F9-14F4-41C9-A6D2-58022218BE9B}" dt="2026-04-14T16:22:35.468" v="5832" actId="20577"/>
          <ac:spMkLst>
            <pc:docMk/>
            <pc:sldMk cId="2444118942" sldId="355"/>
            <ac:spMk id="6" creationId="{B3D36806-E807-1388-BA60-A49D104D2AEB}"/>
          </ac:spMkLst>
        </pc:spChg>
        <pc:picChg chg="add del mod">
          <ac:chgData name="QUESADA CASTILLO RANDALL JOSUE" userId="b29aff0c-7e4a-4e11-b3dc-2798a24f161e" providerId="ADAL" clId="{7F2C15F9-14F4-41C9-A6D2-58022218BE9B}" dt="2026-04-14T16:22:41.586" v="5833" actId="478"/>
          <ac:picMkLst>
            <pc:docMk/>
            <pc:sldMk cId="2444118942" sldId="355"/>
            <ac:picMk id="1028" creationId="{DAAB24E0-7F20-076F-5B59-B4245FC2F268}"/>
          </ac:picMkLst>
        </pc:picChg>
      </pc:sldChg>
      <pc:sldChg chg="addSp delSp 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3104449200" sldId="356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535911360" sldId="357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273960339" sldId="358"/>
        </pc:sldMkLst>
      </pc:sldChg>
      <pc:sldChg chg="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222723730" sldId="359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1668462944" sldId="360"/>
        </pc:sldMkLst>
      </pc:sldChg>
      <pc:sldChg chg="addSp delSp modSp add mod ord">
        <pc:chgData name="QUESADA CASTILLO RANDALL JOSUE" userId="b29aff0c-7e4a-4e11-b3dc-2798a24f161e" providerId="ADAL" clId="{7F2C15F9-14F4-41C9-A6D2-58022218BE9B}" dt="2026-04-14T16:20:51.311" v="5823" actId="1076"/>
        <pc:sldMkLst>
          <pc:docMk/>
          <pc:sldMk cId="1519792150" sldId="361"/>
        </pc:sldMkLst>
        <pc:spChg chg="del mod">
          <ac:chgData name="QUESADA CASTILLO RANDALL JOSUE" userId="b29aff0c-7e4a-4e11-b3dc-2798a24f161e" providerId="ADAL" clId="{7F2C15F9-14F4-41C9-A6D2-58022218BE9B}" dt="2026-04-14T16:20:30.262" v="5816" actId="478"/>
          <ac:spMkLst>
            <pc:docMk/>
            <pc:sldMk cId="1519792150" sldId="361"/>
            <ac:spMk id="3" creationId="{E8906376-63B8-2AF7-51FB-197359001C75}"/>
          </ac:spMkLst>
        </pc:spChg>
        <pc:spChg chg="add mod">
          <ac:chgData name="QUESADA CASTILLO RANDALL JOSUE" userId="b29aff0c-7e4a-4e11-b3dc-2798a24f161e" providerId="ADAL" clId="{7F2C15F9-14F4-41C9-A6D2-58022218BE9B}" dt="2026-04-14T16:20:51.311" v="5823" actId="1076"/>
          <ac:spMkLst>
            <pc:docMk/>
            <pc:sldMk cId="1519792150" sldId="361"/>
            <ac:spMk id="4" creationId="{81AE4C27-3385-70E2-1ECF-BF05C339664E}"/>
          </ac:spMkLst>
        </pc:spChg>
        <pc:spChg chg="mod">
          <ac:chgData name="QUESADA CASTILLO RANDALL JOSUE" userId="b29aff0c-7e4a-4e11-b3dc-2798a24f161e" providerId="ADAL" clId="{7F2C15F9-14F4-41C9-A6D2-58022218BE9B}" dt="2026-04-14T16:20:20.860" v="5815" actId="20577"/>
          <ac:spMkLst>
            <pc:docMk/>
            <pc:sldMk cId="1519792150" sldId="361"/>
            <ac:spMk id="6" creationId="{CF87906E-5BA5-FD66-B450-0C47A48B1B88}"/>
          </ac:spMkLst>
        </pc:spChg>
        <pc:picChg chg="add del mod">
          <ac:chgData name="QUESADA CASTILLO RANDALL JOSUE" userId="b29aff0c-7e4a-4e11-b3dc-2798a24f161e" providerId="ADAL" clId="{7F2C15F9-14F4-41C9-A6D2-58022218BE9B}" dt="2026-04-14T16:20:40.193" v="5819" actId="478"/>
          <ac:picMkLst>
            <pc:docMk/>
            <pc:sldMk cId="1519792150" sldId="361"/>
            <ac:picMk id="10242" creationId="{49208C8F-1D97-3607-2F01-DB315588F6C8}"/>
          </ac:picMkLst>
        </pc:picChg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331525065" sldId="362"/>
        </pc:sldMkLst>
      </pc:sldChg>
      <pc:sldChg chg="delSp modSp add del mod or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995478241" sldId="363"/>
        </pc:sldMkLst>
      </pc:sldChg>
      <pc:sldChg chg="modSp add mod">
        <pc:chgData name="QUESADA CASTILLO RANDALL JOSUE" userId="b29aff0c-7e4a-4e11-b3dc-2798a24f161e" providerId="ADAL" clId="{7F2C15F9-14F4-41C9-A6D2-58022218BE9B}" dt="2026-04-14T16:21:13.234" v="5828" actId="1076"/>
        <pc:sldMkLst>
          <pc:docMk/>
          <pc:sldMk cId="1628778160" sldId="364"/>
        </pc:sldMkLst>
        <pc:spChg chg="mod">
          <ac:chgData name="QUESADA CASTILLO RANDALL JOSUE" userId="b29aff0c-7e4a-4e11-b3dc-2798a24f161e" providerId="ADAL" clId="{7F2C15F9-14F4-41C9-A6D2-58022218BE9B}" dt="2026-04-14T16:21:13.234" v="5828" actId="1076"/>
          <ac:spMkLst>
            <pc:docMk/>
            <pc:sldMk cId="1628778160" sldId="364"/>
            <ac:spMk id="4" creationId="{68AE6F18-99F5-49C5-FA91-111E2C1E8CCA}"/>
          </ac:spMkLst>
        </pc:spChg>
      </pc:sldChg>
      <pc:sldChg chg="delSp modSp add mod">
        <pc:chgData name="QUESADA CASTILLO RANDALL JOSUE" userId="b29aff0c-7e4a-4e11-b3dc-2798a24f161e" providerId="ADAL" clId="{7F2C15F9-14F4-41C9-A6D2-58022218BE9B}" dt="2026-04-14T16:33:03.209" v="6183" actId="20577"/>
        <pc:sldMkLst>
          <pc:docMk/>
          <pc:sldMk cId="2075367635" sldId="365"/>
        </pc:sldMkLst>
        <pc:spChg chg="mod">
          <ac:chgData name="QUESADA CASTILLO RANDALL JOSUE" userId="b29aff0c-7e4a-4e11-b3dc-2798a24f161e" providerId="ADAL" clId="{7F2C15F9-14F4-41C9-A6D2-58022218BE9B}" dt="2026-04-14T16:31:21.927" v="6180" actId="15"/>
          <ac:spMkLst>
            <pc:docMk/>
            <pc:sldMk cId="2075367635" sldId="365"/>
            <ac:spMk id="3" creationId="{A549AB01-059B-C3B3-E4AB-AD7B272E494D}"/>
          </ac:spMkLst>
        </pc:spChg>
        <pc:spChg chg="mod">
          <ac:chgData name="QUESADA CASTILLO RANDALL JOSUE" userId="b29aff0c-7e4a-4e11-b3dc-2798a24f161e" providerId="ADAL" clId="{7F2C15F9-14F4-41C9-A6D2-58022218BE9B}" dt="2026-04-14T16:33:03.209" v="6183" actId="20577"/>
          <ac:spMkLst>
            <pc:docMk/>
            <pc:sldMk cId="2075367635" sldId="365"/>
            <ac:spMk id="6" creationId="{074382CC-68EA-B8F5-9450-809886F71A94}"/>
          </ac:spMkLst>
        </pc:spChg>
        <pc:picChg chg="del">
          <ac:chgData name="QUESADA CASTILLO RANDALL JOSUE" userId="b29aff0c-7e4a-4e11-b3dc-2798a24f161e" providerId="ADAL" clId="{7F2C15F9-14F4-41C9-A6D2-58022218BE9B}" dt="2026-04-14T16:30:58.725" v="6167" actId="478"/>
          <ac:picMkLst>
            <pc:docMk/>
            <pc:sldMk cId="2075367635" sldId="365"/>
            <ac:picMk id="5" creationId="{C64F61DD-5541-027A-48E8-65AEB1CCFEBC}"/>
          </ac:picMkLst>
        </pc:picChg>
      </pc:sldChg>
      <pc:sldChg chg="addSp delSp modSp add mod">
        <pc:chgData name="QUESADA CASTILLO RANDALL JOSUE" userId="b29aff0c-7e4a-4e11-b3dc-2798a24f161e" providerId="ADAL" clId="{7F2C15F9-14F4-41C9-A6D2-58022218BE9B}" dt="2026-04-14T16:33:34.418" v="6191" actId="14100"/>
        <pc:sldMkLst>
          <pc:docMk/>
          <pc:sldMk cId="2272189363" sldId="366"/>
        </pc:sldMkLst>
        <pc:spChg chg="add">
          <ac:chgData name="QUESADA CASTILLO RANDALL JOSUE" userId="b29aff0c-7e4a-4e11-b3dc-2798a24f161e" providerId="ADAL" clId="{7F2C15F9-14F4-41C9-A6D2-58022218BE9B}" dt="2026-04-14T16:33:17.716" v="6185"/>
          <ac:spMkLst>
            <pc:docMk/>
            <pc:sldMk cId="2272189363" sldId="366"/>
            <ac:spMk id="2" creationId="{039D5F79-7071-8399-8B36-449A5324A049}"/>
          </ac:spMkLst>
        </pc:spChg>
        <pc:spChg chg="del mod">
          <ac:chgData name="QUESADA CASTILLO RANDALL JOSUE" userId="b29aff0c-7e4a-4e11-b3dc-2798a24f161e" providerId="ADAL" clId="{7F2C15F9-14F4-41C9-A6D2-58022218BE9B}" dt="2026-04-14T16:33:22.049" v="6187"/>
          <ac:spMkLst>
            <pc:docMk/>
            <pc:sldMk cId="2272189363" sldId="366"/>
            <ac:spMk id="3" creationId="{3CE379C0-9A70-7544-7938-CE9197DC09E6}"/>
          </ac:spMkLst>
        </pc:spChg>
        <pc:spChg chg="add mod">
          <ac:chgData name="QUESADA CASTILLO RANDALL JOSUE" userId="b29aff0c-7e4a-4e11-b3dc-2798a24f161e" providerId="ADAL" clId="{7F2C15F9-14F4-41C9-A6D2-58022218BE9B}" dt="2026-04-14T16:33:34.418" v="6191" actId="14100"/>
          <ac:spMkLst>
            <pc:docMk/>
            <pc:sldMk cId="2272189363" sldId="366"/>
            <ac:spMk id="4" creationId="{D2EA81C7-0775-CF0E-CBCC-D23E2CEA505C}"/>
          </ac:spMkLst>
        </pc:spChg>
        <pc:spChg chg="mod">
          <ac:chgData name="QUESADA CASTILLO RANDALL JOSUE" userId="b29aff0c-7e4a-4e11-b3dc-2798a24f161e" providerId="ADAL" clId="{7F2C15F9-14F4-41C9-A6D2-58022218BE9B}" dt="2026-04-14T16:33:12.381" v="6184"/>
          <ac:spMkLst>
            <pc:docMk/>
            <pc:sldMk cId="2272189363" sldId="366"/>
            <ac:spMk id="6" creationId="{582BC5D1-69BF-EDB3-0BA0-D1C7FA6FAD79}"/>
          </ac:spMkLst>
        </pc:spChg>
      </pc:sldChg>
      <pc:sldChg chg="addSp delSp modSp add mod">
        <pc:chgData name="QUESADA CASTILLO RANDALL JOSUE" userId="b29aff0c-7e4a-4e11-b3dc-2798a24f161e" providerId="ADAL" clId="{7F2C15F9-14F4-41C9-A6D2-58022218BE9B}" dt="2026-04-14T16:34:33.776" v="6228" actId="2710"/>
        <pc:sldMkLst>
          <pc:docMk/>
          <pc:sldMk cId="1038918061" sldId="367"/>
        </pc:sldMkLst>
        <pc:spChg chg="add">
          <ac:chgData name="QUESADA CASTILLO RANDALL JOSUE" userId="b29aff0c-7e4a-4e11-b3dc-2798a24f161e" providerId="ADAL" clId="{7F2C15F9-14F4-41C9-A6D2-58022218BE9B}" dt="2026-04-14T16:34:05.444" v="6219"/>
          <ac:spMkLst>
            <pc:docMk/>
            <pc:sldMk cId="1038918061" sldId="367"/>
            <ac:spMk id="2" creationId="{13A58831-C00C-DC77-04E9-B7A24FACA6C3}"/>
          </ac:spMkLst>
        </pc:spChg>
        <pc:spChg chg="add mod">
          <ac:chgData name="QUESADA CASTILLO RANDALL JOSUE" userId="b29aff0c-7e4a-4e11-b3dc-2798a24f161e" providerId="ADAL" clId="{7F2C15F9-14F4-41C9-A6D2-58022218BE9B}" dt="2026-04-14T16:34:33.776" v="6228" actId="2710"/>
          <ac:spMkLst>
            <pc:docMk/>
            <pc:sldMk cId="1038918061" sldId="367"/>
            <ac:spMk id="3" creationId="{896AA5A5-9977-1BD9-9AD7-1AD3FCEC49B9}"/>
          </ac:spMkLst>
        </pc:spChg>
        <pc:spChg chg="del mod">
          <ac:chgData name="QUESADA CASTILLO RANDALL JOSUE" userId="b29aff0c-7e4a-4e11-b3dc-2798a24f161e" providerId="ADAL" clId="{7F2C15F9-14F4-41C9-A6D2-58022218BE9B}" dt="2026-04-14T16:34:07.471" v="6221"/>
          <ac:spMkLst>
            <pc:docMk/>
            <pc:sldMk cId="1038918061" sldId="367"/>
            <ac:spMk id="4" creationId="{1F38CFDB-2F15-2931-4E77-FACCE9E9DFF7}"/>
          </ac:spMkLst>
        </pc:spChg>
        <pc:spChg chg="mod">
          <ac:chgData name="QUESADA CASTILLO RANDALL JOSUE" userId="b29aff0c-7e4a-4e11-b3dc-2798a24f161e" providerId="ADAL" clId="{7F2C15F9-14F4-41C9-A6D2-58022218BE9B}" dt="2026-04-14T16:34:00.340" v="6218" actId="20577"/>
          <ac:spMkLst>
            <pc:docMk/>
            <pc:sldMk cId="1038918061" sldId="367"/>
            <ac:spMk id="6" creationId="{39B5E64B-CE0E-C444-835E-F736BE39C3E6}"/>
          </ac:spMkLst>
        </pc:spChg>
      </pc:sldChg>
      <pc:sldChg chg="modSp add mod">
        <pc:chgData name="QUESADA CASTILLO RANDALL JOSUE" userId="b29aff0c-7e4a-4e11-b3dc-2798a24f161e" providerId="ADAL" clId="{7F2C15F9-14F4-41C9-A6D2-58022218BE9B}" dt="2026-04-14T16:35:22.045" v="6267"/>
        <pc:sldMkLst>
          <pc:docMk/>
          <pc:sldMk cId="934084952" sldId="368"/>
        </pc:sldMkLst>
        <pc:spChg chg="mod">
          <ac:chgData name="QUESADA CASTILLO RANDALL JOSUE" userId="b29aff0c-7e4a-4e11-b3dc-2798a24f161e" providerId="ADAL" clId="{7F2C15F9-14F4-41C9-A6D2-58022218BE9B}" dt="2026-04-14T16:35:22.045" v="6267"/>
          <ac:spMkLst>
            <pc:docMk/>
            <pc:sldMk cId="934084952" sldId="368"/>
            <ac:spMk id="3" creationId="{72F34550-AA3C-90BD-0D2A-755A021A8733}"/>
          </ac:spMkLst>
        </pc:spChg>
        <pc:spChg chg="mod">
          <ac:chgData name="QUESADA CASTILLO RANDALL JOSUE" userId="b29aff0c-7e4a-4e11-b3dc-2798a24f161e" providerId="ADAL" clId="{7F2C15F9-14F4-41C9-A6D2-58022218BE9B}" dt="2026-04-14T16:35:11.585" v="6266" actId="20577"/>
          <ac:spMkLst>
            <pc:docMk/>
            <pc:sldMk cId="934084952" sldId="368"/>
            <ac:spMk id="6" creationId="{F5AFCCC6-5676-8003-E6B1-0288FF896116}"/>
          </ac:spMkLst>
        </pc:spChg>
      </pc:sldChg>
      <pc:sldChg chg="addSp modSp add mod">
        <pc:chgData name="QUESADA CASTILLO RANDALL JOSUE" userId="b29aff0c-7e4a-4e11-b3dc-2798a24f161e" providerId="ADAL" clId="{7F2C15F9-14F4-41C9-A6D2-58022218BE9B}" dt="2026-04-14T16:36:11.329" v="6331" actId="1076"/>
        <pc:sldMkLst>
          <pc:docMk/>
          <pc:sldMk cId="2674555794" sldId="369"/>
        </pc:sldMkLst>
        <pc:spChg chg="mod">
          <ac:chgData name="QUESADA CASTILLO RANDALL JOSUE" userId="b29aff0c-7e4a-4e11-b3dc-2798a24f161e" providerId="ADAL" clId="{7F2C15F9-14F4-41C9-A6D2-58022218BE9B}" dt="2026-04-14T16:36:10.489" v="6330" actId="1076"/>
          <ac:spMkLst>
            <pc:docMk/>
            <pc:sldMk cId="2674555794" sldId="369"/>
            <ac:spMk id="3" creationId="{2C92188A-7D31-AF85-A404-66905C452806}"/>
          </ac:spMkLst>
        </pc:spChg>
        <pc:picChg chg="add mod">
          <ac:chgData name="QUESADA CASTILLO RANDALL JOSUE" userId="b29aff0c-7e4a-4e11-b3dc-2798a24f161e" providerId="ADAL" clId="{7F2C15F9-14F4-41C9-A6D2-58022218BE9B}" dt="2026-04-14T16:36:11.329" v="6331" actId="1076"/>
          <ac:picMkLst>
            <pc:docMk/>
            <pc:sldMk cId="2674555794" sldId="369"/>
            <ac:picMk id="4" creationId="{E79DCAEE-ED6F-2692-C732-B3758AFDBF07}"/>
          </ac:picMkLst>
        </pc:picChg>
      </pc:sldChg>
      <pc:sldChg chg="addSp delSp modSp add mod">
        <pc:chgData name="QUESADA CASTILLO RANDALL JOSUE" userId="b29aff0c-7e4a-4e11-b3dc-2798a24f161e" providerId="ADAL" clId="{7F2C15F9-14F4-41C9-A6D2-58022218BE9B}" dt="2026-04-14T16:36:42.085" v="6347" actId="1076"/>
        <pc:sldMkLst>
          <pc:docMk/>
          <pc:sldMk cId="3718051767" sldId="370"/>
        </pc:sldMkLst>
        <pc:spChg chg="mod">
          <ac:chgData name="QUESADA CASTILLO RANDALL JOSUE" userId="b29aff0c-7e4a-4e11-b3dc-2798a24f161e" providerId="ADAL" clId="{7F2C15F9-14F4-41C9-A6D2-58022218BE9B}" dt="2026-04-14T16:36:28.927" v="6344" actId="20577"/>
          <ac:spMkLst>
            <pc:docMk/>
            <pc:sldMk cId="3718051767" sldId="370"/>
            <ac:spMk id="3" creationId="{10652485-0B1B-B363-20C0-2737D56B1FEC}"/>
          </ac:spMkLst>
        </pc:spChg>
        <pc:picChg chg="del">
          <ac:chgData name="QUESADA CASTILLO RANDALL JOSUE" userId="b29aff0c-7e4a-4e11-b3dc-2798a24f161e" providerId="ADAL" clId="{7F2C15F9-14F4-41C9-A6D2-58022218BE9B}" dt="2026-04-14T16:36:40.051" v="6345" actId="478"/>
          <ac:picMkLst>
            <pc:docMk/>
            <pc:sldMk cId="3718051767" sldId="370"/>
            <ac:picMk id="4" creationId="{B6C501AB-A290-B0D1-9CA0-0F0F53851131}"/>
          </ac:picMkLst>
        </pc:picChg>
        <pc:picChg chg="add mod">
          <ac:chgData name="QUESADA CASTILLO RANDALL JOSUE" userId="b29aff0c-7e4a-4e11-b3dc-2798a24f161e" providerId="ADAL" clId="{7F2C15F9-14F4-41C9-A6D2-58022218BE9B}" dt="2026-04-14T16:36:42.085" v="6347" actId="1076"/>
          <ac:picMkLst>
            <pc:docMk/>
            <pc:sldMk cId="3718051767" sldId="370"/>
            <ac:picMk id="5" creationId="{67C01E10-277F-97C9-94AF-DC8AC9EE55E6}"/>
          </ac:picMkLst>
        </pc:picChg>
      </pc:sldChg>
      <pc:sldChg chg="delSp modSp add mod">
        <pc:chgData name="QUESADA CASTILLO RANDALL JOSUE" userId="b29aff0c-7e4a-4e11-b3dc-2798a24f161e" providerId="ADAL" clId="{7F2C15F9-14F4-41C9-A6D2-58022218BE9B}" dt="2026-04-14T16:37:20.835" v="6360" actId="12"/>
        <pc:sldMkLst>
          <pc:docMk/>
          <pc:sldMk cId="2731664396" sldId="371"/>
        </pc:sldMkLst>
        <pc:spChg chg="mod">
          <ac:chgData name="QUESADA CASTILLO RANDALL JOSUE" userId="b29aff0c-7e4a-4e11-b3dc-2798a24f161e" providerId="ADAL" clId="{7F2C15F9-14F4-41C9-A6D2-58022218BE9B}" dt="2026-04-14T16:37:20.835" v="6360" actId="12"/>
          <ac:spMkLst>
            <pc:docMk/>
            <pc:sldMk cId="2731664396" sldId="371"/>
            <ac:spMk id="3" creationId="{833BBA75-D35E-E74A-DC64-1570B8A5D502}"/>
          </ac:spMkLst>
        </pc:spChg>
        <pc:spChg chg="mod">
          <ac:chgData name="QUESADA CASTILLO RANDALL JOSUE" userId="b29aff0c-7e4a-4e11-b3dc-2798a24f161e" providerId="ADAL" clId="{7F2C15F9-14F4-41C9-A6D2-58022218BE9B}" dt="2026-04-14T16:37:02.607" v="6353" actId="20577"/>
          <ac:spMkLst>
            <pc:docMk/>
            <pc:sldMk cId="2731664396" sldId="371"/>
            <ac:spMk id="6" creationId="{27ADFECE-C36C-2C6A-CE64-59794DD5FD1D}"/>
          </ac:spMkLst>
        </pc:spChg>
        <pc:picChg chg="del">
          <ac:chgData name="QUESADA CASTILLO RANDALL JOSUE" userId="b29aff0c-7e4a-4e11-b3dc-2798a24f161e" providerId="ADAL" clId="{7F2C15F9-14F4-41C9-A6D2-58022218BE9B}" dt="2026-04-14T16:37:07.522" v="6354" actId="478"/>
          <ac:picMkLst>
            <pc:docMk/>
            <pc:sldMk cId="2731664396" sldId="371"/>
            <ac:picMk id="5" creationId="{E12FF213-E6BD-B001-E9E8-10D0311005C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DD7406EE-1E5E-4394-B508-934A428A455A}" type="datetime1">
              <a:rPr lang="es-ES" smtClean="0"/>
              <a:t>02/06/2026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AFF3A6F-DEFA-45E0-9496-BEE7C2C6F3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920ADD3C-FF21-4216-9D7A-8A22E020B1F0}" type="datetime1">
              <a:rPr lang="es-ES" smtClean="0"/>
              <a:t>02/06/2026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F97DC217-DF71-1A49-B3EA-559F1F43B0F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50E1-BD69-ACFC-1EB2-990DA5A5E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6621526-04BF-16B8-2A93-3121DD793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361EA2-680D-305B-30BD-A182B8EED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0B019A-23FB-A906-A68F-3CE905AA3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38603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E72CE-9969-D610-2A8A-DAE66D0B9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7B4F4B-7AE7-196A-44DD-9402906AC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6B5236-C7E4-92DF-7E9A-F90DCCB29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A816A5-E400-E301-9159-FA1D5FFE0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6479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82F6F-C69C-AF37-C236-E553E194D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0D5F0CB-2DA7-6ECD-3640-3B76922B4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97BB198-CA0A-8E1E-2CB5-80853DAD1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019BD4-2561-4A3B-C076-8D5464DFB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1260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657C3-DF87-C829-3595-DEBDE9D19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0E26EF-6F76-3861-B888-8A407FC06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C37A78-8FFE-F5D1-5689-9A4DADC89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6D8E6F-B880-C303-270E-7D06AD460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041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49F93-FA51-D344-8D1E-36B0F7BC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2FF8-899E-797C-C12C-7085FFDE1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C414C20-7D94-FFF5-CFE5-25A1498C6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1FFF89-BB49-53E3-A689-533A6F0F0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6135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0925-B82A-035C-6321-A58A351FA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2ACB69-0F38-5F60-4259-03F273DB6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A03DEE-3DB7-E00D-0508-48EC178C6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10697C-14FD-3119-3DB9-9D338BAE7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8884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55FD9-6629-86F9-5568-8668148C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5D44623-21D9-6D01-5B59-BF7C64FBD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ECD192-BDFD-EFD6-C563-8FF5CF98B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E527C5-A747-C8FD-0A9F-D2CB351B1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2465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8010C-15FA-B5A4-4F77-94A58655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2C11FA-767D-75C2-B961-93235E25B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1029E8-DBB2-F133-0F7D-A9A92DDC8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5363F6-92EA-90EB-4C6F-DAF04279B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8579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97100-BA7B-7E02-3FF1-B647DCCBE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6B4644-291F-34C5-6F3F-94AC9C17D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554C694-EF96-9FA2-BCA1-15B92FABE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379923-59C6-88B4-72DB-33C034F78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44889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F4EE5-419A-91D1-7B15-801D6F3B2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01369F3-111E-323D-FAD4-E5ECC05A0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55542D-544E-B25B-8617-8E82FC3E4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869AA0-A6A5-8160-60B7-404F9BE83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8382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4076-9D90-A3C9-0B00-A7A38ECF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BA5760-6938-ECBB-B7C2-EAE7015FB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99FDEE-D1E1-90FD-55B2-6D0BBAB05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8A2671-0893-EBF8-0743-1FB640D9E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3038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4875-AED2-DE2D-215C-48E2E3AC0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5EC2AD-9175-64E4-2682-F81CB3696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E1DC18-BCB6-54AE-3EDD-16C9B9FBC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6D3409-BFB9-3C40-C59B-055313841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34125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0873-054A-7C9A-26BA-36221EC6A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C927F9-A21E-7B59-C0BD-AD94FED66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874ABB-B2D6-0CD2-5815-3E9538FC1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A07881-439F-0EB1-E450-BF6288E81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9512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5A572-DA32-D896-A5F3-F1E7F94EB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4E869F-113E-731A-75EA-0BD2F2BE4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1A6CA1-11B0-90BD-6F4B-84186DAE1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777D1D-9938-0864-01B3-AF6434B8B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960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88EE-C242-06D5-5D7B-D4267C1D9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E26A9B5-1623-2C7A-F293-9FD9ADE50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65156BD-6D16-475B-7C88-5FD0012F9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705776-D3A2-69AA-C7E7-F6A03E75D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56025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6B734-2CC9-44AC-ABB0-A39BA1AB0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EB07FFC-0C92-7346-47D2-0CA333D4D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357F38-92D5-08BB-90EA-71EF99AFF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C72287-1A1D-4854-2F0C-BFC244B62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478774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63D8-1E2B-5DF3-3F2D-C3590277F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76297B-5F53-455A-B4A3-2BA176425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6024E1-CBB7-41EB-33D1-DA79FBC42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94CDC8-3138-577C-AE1F-23A1A5B5F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2163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89D79-0E5A-0B24-8469-2ED0F75BD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7C928A-7E9B-50FB-C9D0-9B908E55A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F58043-7042-196A-32F0-4F33BF5B8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B817CD-782C-C064-713A-997745E0B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62626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71D0-4D45-63A7-D222-5B28F7AE7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061AB1-5BF1-58EF-7A3D-54AE0771A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0C10FC-0A09-CAC0-0B04-607C115B3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1874B4-9F2D-7DD5-8B4C-D2AC7C32A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21558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1127-EB4F-41FC-FB0A-B263C5FB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6504A8-F103-527C-9F20-4B496136C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EF0F97-2245-735F-CB24-D11D72D49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ABC25F-E127-4826-2FF5-706DA9B76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09714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es-ES">
                <a:latin typeface="+mn-lt"/>
              </a:defRPr>
            </a:lvl1pPr>
            <a:lvl2pPr marL="457200" indent="0">
              <a:buNone/>
              <a:defRPr lang="es-ES">
                <a:latin typeface="+mn-lt"/>
              </a:defRPr>
            </a:lvl2pPr>
            <a:lvl3pPr marL="914400" indent="0">
              <a:buNone/>
              <a:defRPr lang="es-ES">
                <a:latin typeface="+mn-lt"/>
              </a:defRPr>
            </a:lvl3pPr>
            <a:lvl4pPr marL="1371600" indent="0">
              <a:buNone/>
              <a:defRPr lang="es-ES">
                <a:latin typeface="+mn-lt"/>
              </a:defRPr>
            </a:lvl4pPr>
            <a:lvl5pPr marL="1828800" indent="0">
              <a:buNone/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n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rtlCol="0" anchor="ctr" anchorCtr="0">
            <a:noAutofit/>
          </a:bodyPr>
          <a:lstStyle>
            <a:lvl1pPr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n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rtlCol="0" anchor="b" anchorCtr="0">
            <a:noAutofit/>
          </a:bodyPr>
          <a:lstStyle>
            <a:lvl1pPr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rtlCol="0" anchor="t" anchorCtr="0">
            <a:noAutofit/>
          </a:bodyPr>
          <a:lstStyle>
            <a:lvl1pPr marL="0" indent="0" algn="l">
              <a:buNone/>
              <a:defRPr lang="es-ES" sz="3200"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es-ES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es-ES"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es-ES"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en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2 conteni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es-ES" sz="4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áfico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es-ES">
                <a:latin typeface="+mn-lt"/>
              </a:defRPr>
            </a:lvl1pPr>
            <a:lvl2pPr marL="457200" indent="0">
              <a:buNone/>
              <a:defRPr lang="es-ES">
                <a:latin typeface="+mn-lt"/>
              </a:defRPr>
            </a:lvl2pPr>
            <a:lvl3pPr marL="914400" indent="0">
              <a:buNone/>
              <a:defRPr lang="es-ES">
                <a:latin typeface="+mn-lt"/>
              </a:defRPr>
            </a:lvl3pPr>
            <a:lvl4pPr marL="1371600" indent="0">
              <a:buNone/>
              <a:defRPr lang="es-ES">
                <a:latin typeface="+mn-lt"/>
              </a:defRPr>
            </a:lvl4pPr>
            <a:lvl5pPr marL="1828800" indent="0">
              <a:buNone/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nalizar diaposi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es-ES" sz="2800"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2108477"/>
            <a:ext cx="5834743" cy="1600201"/>
          </a:xfrm>
        </p:spPr>
        <p:txBody>
          <a:bodyPr vert="horz" lIns="91440" tIns="45720" rIns="91440" bIns="45720" rtlCol="0" anchor="b" anchorCtr="0">
            <a:normAutofit/>
          </a:bodyPr>
          <a:lstStyle>
            <a:defPPr>
              <a:defRPr lang="es-ES"/>
            </a:defPPr>
          </a:lstStyle>
          <a:p>
            <a:r>
              <a:rPr sz="3200" dirty="0"/>
              <a:t>IF-5100 Administración de bases de datos</a:t>
            </a:r>
          </a:p>
          <a:p>
            <a:r>
              <a:rPr sz="3200" dirty="0"/>
              <a:t>Informática Empresarial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EBB6FD5-CB11-15FB-6E4D-07CBED073A57}"/>
              </a:ext>
            </a:extLst>
          </p:cNvPr>
          <p:cNvSpPr txBox="1">
            <a:spLocks/>
          </p:cNvSpPr>
          <p:nvPr/>
        </p:nvSpPr>
        <p:spPr>
          <a:xfrm>
            <a:off x="5943600" y="4071257"/>
            <a:ext cx="5120640" cy="6933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47500" lnSpcReduction="20000"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SQL Server </a:t>
            </a:r>
            <a:r>
              <a:rPr dirty="0" err="1"/>
              <a:t>Profiler</a:t>
            </a:r>
            <a:r>
              <a:rPr dirty="0"/>
              <a:t> y SQL Server Agent Jobs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5BB1439-1C28-4247-0ABD-061B539049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238" y="1167543"/>
            <a:ext cx="4500562" cy="450056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27D2B-BD1D-51F6-BDD5-8DE1C64D2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F87906E-5BA5-FD66-B450-0C47A48B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212" y="243840"/>
            <a:ext cx="9601200" cy="82215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SQL Server </a:t>
            </a:r>
            <a:r>
              <a:rPr dirty="0" err="1"/>
              <a:t>Profiler</a:t>
            </a:r>
            <a:endParaRPr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AE4C27-3385-70E2-1ECF-BF05C339664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64872" y="1947060"/>
            <a:ext cx="10062255" cy="2690254"/>
          </a:xfrm>
        </p:spPr>
        <p:txBody>
          <a:bodyPr>
            <a:normAutofit/>
          </a:bodyPr>
          <a:lstStyle/>
          <a:p>
            <a:r>
              <a:rPr dirty="0"/>
              <a:t>Herramienta utilizada para capturar y analizar eventos que ocurren dentro de SQL Server en tiempo real.</a:t>
            </a:r>
          </a:p>
          <a:p>
            <a:endParaRPr lang="es-ES" dirty="0"/>
          </a:p>
          <a:p>
            <a:pPr algn="just">
              <a:lnSpc>
                <a:spcPct val="160000"/>
              </a:lnSpc>
            </a:pPr>
            <a:r>
              <a:rPr b="1" dirty="0"/>
              <a:t>Importante: </a:t>
            </a:r>
            <a:r>
              <a:rPr dirty="0"/>
              <a:t>Lo visto en </a:t>
            </a:r>
            <a:r>
              <a:t>esta presentación solo </a:t>
            </a:r>
            <a:r>
              <a:rPr dirty="0"/>
              <a:t>se encuentra disponible en versiones de paga o la </a:t>
            </a:r>
            <a:r>
              <a:rPr dirty="0" err="1"/>
              <a:t>Developer</a:t>
            </a:r>
            <a:r>
              <a:rPr dirty="0"/>
              <a:t> de SQL Server, por consecuente para el curso debemos descargar la </a:t>
            </a:r>
            <a:r>
              <a:rPr dirty="0" err="1"/>
              <a:t>versi</a:t>
            </a:r>
            <a:r>
              <a:rPr lang="es-CR" dirty="0" err="1"/>
              <a:t>ó</a:t>
            </a:r>
            <a:r>
              <a:rPr dirty="0"/>
              <a:t>n </a:t>
            </a:r>
            <a:r>
              <a:rPr dirty="0" err="1"/>
              <a:t>Developer</a:t>
            </a:r>
            <a:r>
              <a:rPr dirty="0"/>
              <a:t> si no la tenemos instalada.</a:t>
            </a:r>
            <a:endParaRPr b="1" dirty="0"/>
          </a:p>
        </p:txBody>
      </p:sp>
      <p:pic>
        <p:nvPicPr>
          <p:cNvPr id="1026" name="Picture 2" descr="SQL Server Profiler Nedir?">
            <a:extLst>
              <a:ext uri="{FF2B5EF4-FFF2-40B4-BE49-F238E27FC236}">
                <a16:creationId xmlns:a16="http://schemas.microsoft.com/office/drawing/2014/main" id="{09C4EB82-FEE8-BE78-BFE2-AFAC92C63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212" y="4910940"/>
            <a:ext cx="4060371" cy="1489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792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616C-B33C-1085-EFAB-9195D278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D3787A7-8D3B-7FA2-236E-2B69793A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212" y="243840"/>
            <a:ext cx="9601200" cy="82215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¿Para qué sirve?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AE6F18-99F5-49C5-FA91-111E2C1E8CC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82684" y="1934043"/>
            <a:ext cx="10062255" cy="1288842"/>
          </a:xfrm>
        </p:spPr>
        <p:txBody>
          <a:bodyPr>
            <a:noAutofit/>
          </a:bodyPr>
          <a:lstStyle/>
          <a:p>
            <a:r>
              <a:t>Monitorear consultas</a:t>
            </a:r>
          </a:p>
          <a:p>
            <a:r>
              <a:t>Detectar bloqueos</a:t>
            </a:r>
          </a:p>
          <a:p>
            <a:r>
              <a:t>Analizar rendimiento</a:t>
            </a:r>
          </a:p>
          <a:p>
            <a:r>
              <a:t>Auditar actividad de usuarios</a:t>
            </a:r>
          </a:p>
          <a:p>
            <a:r>
              <a:t>Identificar consultas lentas</a:t>
            </a:r>
          </a:p>
        </p:txBody>
      </p:sp>
      <p:pic>
        <p:nvPicPr>
          <p:cNvPr id="2050" name="Picture 2" descr="Monitoreo - Iconos gratis de márketing">
            <a:extLst>
              <a:ext uri="{FF2B5EF4-FFF2-40B4-BE49-F238E27FC236}">
                <a16:creationId xmlns:a16="http://schemas.microsoft.com/office/drawing/2014/main" id="{F38EDE0A-BEEA-26F2-02AE-B238B647B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691060"/>
            <a:ext cx="3063649" cy="306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778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4F30-242D-0B63-9BC1-73AD6AA8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3D36806-E807-1388-BA60-A49D104D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212" y="243840"/>
            <a:ext cx="9601200" cy="82215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Conceptos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D2D125-F310-B82A-FF27-3D0A939E2B7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13114" y="1999749"/>
            <a:ext cx="8621486" cy="3747907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MX"/>
              <a:t>Evento: es una acción o suceso que ocurre dentro de SQL Server y que puede ser capturado por Profiler.</a:t>
            </a:r>
          </a:p>
          <a:p>
            <a:r>
              <a:rPr lang="es-MX"/>
              <a:t>Columna de datos: son los detalles o atributos que Profiler almacena sobre cada evento capturado.</a:t>
            </a:r>
          </a:p>
          <a:p>
            <a:r>
              <a:rPr lang="es-MX"/>
              <a:t>Plantilla de traza: es un conjunto predefinido de eventos y columnas que Profiler utilizará para realizar una captura.</a:t>
            </a:r>
          </a:p>
          <a:p>
            <a:r>
              <a:rPr lang="es-MX"/>
              <a:t>Filtro: permite limitar los eventos capturados para mostrar únicamente la información que interesa analizar.</a:t>
            </a:r>
          </a:p>
          <a:p>
            <a:r>
              <a:rPr lang="es-MX"/>
              <a:t>Archivo de captura: Es el archivo donde Profiler almacena los eventos capturados para analizarlos posteriormente.</a:t>
            </a:r>
            <a:endParaRPr lang="es-MX" dirty="0"/>
          </a:p>
        </p:txBody>
      </p:sp>
      <p:pic>
        <p:nvPicPr>
          <p:cNvPr id="3074" name="Picture 2" descr="Teorías - Iconos gratis de educación">
            <a:extLst>
              <a:ext uri="{FF2B5EF4-FFF2-40B4-BE49-F238E27FC236}">
                <a16:creationId xmlns:a16="http://schemas.microsoft.com/office/drawing/2014/main" id="{7510FC54-C99A-B720-EE61-3AC3DA664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5886" y="391082"/>
            <a:ext cx="1746477" cy="174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118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326-1FC2-4629-B5EE-7ACAD7F6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AF86DCB-B2AC-1579-F17B-E0E93C19A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Eventos comunes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644860-3D76-42DE-1EB3-A414A76FABB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49116" y="1949338"/>
            <a:ext cx="9144000" cy="391028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dirty="0" err="1"/>
              <a:t>SQL:BatchCompleted</a:t>
            </a:r>
            <a:r>
              <a:rPr dirty="0"/>
              <a:t>: s</a:t>
            </a:r>
            <a:r>
              <a:rPr lang="es-MX" dirty="0"/>
              <a:t>e genera cuando SQL Server termina de ejecutar un lote completo de instrucciones T-SQL enviado por un cliente.</a:t>
            </a:r>
            <a:endParaRPr dirty="0"/>
          </a:p>
          <a:p>
            <a:r>
              <a:rPr dirty="0"/>
              <a:t>RPC (</a:t>
            </a:r>
            <a:r>
              <a:rPr lang="es-CR" dirty="0"/>
              <a:t>Remote </a:t>
            </a:r>
            <a:r>
              <a:rPr lang="es-CR" dirty="0" err="1"/>
              <a:t>Procedure</a:t>
            </a:r>
            <a:r>
              <a:rPr lang="es-CR" dirty="0"/>
              <a:t> Call)</a:t>
            </a:r>
            <a:r>
              <a:rPr dirty="0"/>
              <a:t>: </a:t>
            </a:r>
            <a:r>
              <a:rPr lang="es-MX" dirty="0"/>
              <a:t>Este evento ocurre cuando finaliza la ejecución de un procedimiento almacenado o una consulta parametrizada enviada por una aplicación.</a:t>
            </a:r>
            <a:endParaRPr dirty="0"/>
          </a:p>
          <a:p>
            <a:r>
              <a:rPr dirty="0"/>
              <a:t>Login/</a:t>
            </a:r>
            <a:r>
              <a:rPr dirty="0" err="1"/>
              <a:t>Logout</a:t>
            </a:r>
            <a:r>
              <a:rPr dirty="0"/>
              <a:t>: E</a:t>
            </a:r>
            <a:r>
              <a:rPr lang="es-MX" dirty="0" err="1"/>
              <a:t>stos</a:t>
            </a:r>
            <a:r>
              <a:rPr lang="es-MX" dirty="0"/>
              <a:t> eventos registran cuándo un usuario se conecta o desconecta del servidor SQL Server.</a:t>
            </a:r>
            <a:endParaRPr dirty="0"/>
          </a:p>
          <a:p>
            <a:r>
              <a:rPr dirty="0" err="1"/>
              <a:t>Deadlock</a:t>
            </a:r>
            <a:r>
              <a:rPr dirty="0"/>
              <a:t> Graph: </a:t>
            </a:r>
            <a:r>
              <a:rPr lang="es-MX" dirty="0"/>
              <a:t>Este evento captura un </a:t>
            </a:r>
            <a:r>
              <a:rPr lang="es-MX" b="1" dirty="0" err="1"/>
              <a:t>deadlock</a:t>
            </a:r>
            <a:r>
              <a:rPr lang="es-MX" dirty="0"/>
              <a:t> (interbloqueo).</a:t>
            </a:r>
            <a:endParaRPr dirty="0"/>
          </a:p>
          <a:p>
            <a:r>
              <a:rPr dirty="0" err="1"/>
              <a:t>Errors</a:t>
            </a:r>
            <a:r>
              <a:rPr dirty="0"/>
              <a:t> and </a:t>
            </a:r>
            <a:r>
              <a:rPr dirty="0" err="1"/>
              <a:t>Warnings</a:t>
            </a:r>
            <a:r>
              <a:rPr dirty="0"/>
              <a:t>: </a:t>
            </a:r>
            <a:r>
              <a:rPr lang="es-MX" dirty="0"/>
              <a:t>Esta categoría agrupa eventos relacionados con errores, advertencias y situaciones anormales dentro de SQL Server.</a:t>
            </a:r>
            <a:endParaRPr dirty="0"/>
          </a:p>
        </p:txBody>
      </p:sp>
      <p:pic>
        <p:nvPicPr>
          <p:cNvPr id="4098" name="Picture 2" descr="Base de datos - Iconos gratis de computadora">
            <a:extLst>
              <a:ext uri="{FF2B5EF4-FFF2-40B4-BE49-F238E27FC236}">
                <a16:creationId xmlns:a16="http://schemas.microsoft.com/office/drawing/2014/main" id="{F3195513-FCF1-69B0-8187-B37D1297B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" y="5209253"/>
            <a:ext cx="1619622" cy="161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58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51E04-89CD-74BB-5F70-A3CC17FF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C8293A8-DA21-188F-5E2E-B86AC83D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Creación de una traza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6DDC0E-68DA-5AA8-2A72-07EF3EE146E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23869" y="1949338"/>
            <a:ext cx="9995380" cy="391028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t>1. Abrir SQL Server Profiler</a:t>
            </a:r>
          </a:p>
          <a:p>
            <a:r>
              <a:t>2. Conectarse al servidor</a:t>
            </a:r>
          </a:p>
          <a:p>
            <a:r>
              <a:t>3. Seleccionar plantilla</a:t>
            </a:r>
          </a:p>
          <a:p>
            <a:r>
              <a:t>4. Elegir eventos</a:t>
            </a:r>
          </a:p>
          <a:p>
            <a:r>
              <a:t>5. Ejecutar captura</a:t>
            </a:r>
          </a:p>
        </p:txBody>
      </p:sp>
    </p:spTree>
    <p:extLst>
      <p:ext uri="{BB962C8B-B14F-4D97-AF65-F5344CB8AC3E}">
        <p14:creationId xmlns:p14="http://schemas.microsoft.com/office/powerpoint/2010/main" val="1739223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8ABDA-4B1F-F334-4A91-CBC0D7A7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2DF41CE-8F62-0966-5488-9BD386DC9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Creación de una traza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22F435A-8B29-F2CA-97B3-A87F9C5326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9" r="21221"/>
          <a:stretch>
            <a:fillRect/>
          </a:stretch>
        </p:blipFill>
        <p:spPr>
          <a:xfrm>
            <a:off x="4245428" y="1956682"/>
            <a:ext cx="2786743" cy="6858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85DD651-1459-0A00-332B-FEF327A95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2809363"/>
            <a:ext cx="8120743" cy="391211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B9E149A-5540-FEC2-8EDE-B108394612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8293" y="3074419"/>
            <a:ext cx="3422175" cy="365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75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D8F7-1D45-8F8B-9E78-4E1075DC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C5B59AF-AEF3-6569-D866-4A83CD9D5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Creación de una traza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B92564-B125-6036-5B32-CFB5D61B4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3" y="2023804"/>
            <a:ext cx="9118262" cy="450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51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A2138-1B79-A9FB-AF66-531CD828D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DB8B196-677C-7F4E-356E-258B2D2E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Creación de una traza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778D1D-B6C3-D6C1-5F9F-E061BDCD4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492" y="1789897"/>
            <a:ext cx="9408089" cy="452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17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9398-BA96-34BF-A4B8-15A0864C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074382CC-68EA-B8F5-9450-809886F7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Buenas prácticas con Profiler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49AB01-059B-C3B3-E4AB-AD7B272E494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244897" y="1949339"/>
            <a:ext cx="5830817" cy="3678576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dirty="0"/>
              <a:t>Aplicar filtros</a:t>
            </a:r>
          </a:p>
          <a:p>
            <a:r>
              <a:rPr dirty="0"/>
              <a:t>Evitar capturas extensas en producción</a:t>
            </a:r>
          </a:p>
          <a:p>
            <a:r>
              <a:rPr dirty="0"/>
              <a:t>Guardar resultados</a:t>
            </a:r>
          </a:p>
          <a:p>
            <a:r>
              <a:rPr dirty="0"/>
              <a:t>Analizar periodos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2075367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74233-409B-C33F-D9D6-A5F73267A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82BC5D1-69BF-EDB3-0BA0-D1C7FA6F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SQL Server Agent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2EA81C7-0775-CF0E-CBCC-D23E2CEA505C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805187" y="2105561"/>
            <a:ext cx="864932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dirty="0"/>
              <a:t>Servicio encargado de automatizar tareas administrativas dentro de SQL Server.</a:t>
            </a:r>
          </a:p>
        </p:txBody>
      </p:sp>
      <p:pic>
        <p:nvPicPr>
          <p:cNvPr id="5124" name="Picture 4" descr="Microsoft Sql Server Logo Vector SVG Icon - SVG Repo">
            <a:extLst>
              <a:ext uri="{FF2B5EF4-FFF2-40B4-BE49-F238E27FC236}">
                <a16:creationId xmlns:a16="http://schemas.microsoft.com/office/drawing/2014/main" id="{E38B7CBE-1A5F-C6AF-8807-F655B156C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09" y="449577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189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C2B5-247B-734A-AB08-FADD82ED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9B5E64B-CE0E-C444-835E-F736BE39C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Jobs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6AA5A5-9977-1BD9-9AD7-1AD3FCEC49B9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1249311" y="2008675"/>
            <a:ext cx="10942689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dirty="0"/>
              <a:t>Un Job es una tarea automatizada que puede ejecutarse una o varias veces según una programación definida.</a:t>
            </a:r>
          </a:p>
        </p:txBody>
      </p:sp>
      <p:pic>
        <p:nvPicPr>
          <p:cNvPr id="6146" name="Picture 2" descr="Post A SQL Job | SQL Jobs">
            <a:extLst>
              <a:ext uri="{FF2B5EF4-FFF2-40B4-BE49-F238E27FC236}">
                <a16:creationId xmlns:a16="http://schemas.microsoft.com/office/drawing/2014/main" id="{2A76A11D-FA72-FF9A-1C1D-692D46841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897" y="4727699"/>
            <a:ext cx="3669846" cy="1834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cono De Reloj De Tiempo Digital Con Estilo Plano Delineado PNG ,dibujos  Reloj, Digital, Minimalista PNG Imagen para Descarga Gratuita | Pngtree">
            <a:extLst>
              <a:ext uri="{FF2B5EF4-FFF2-40B4-BE49-F238E27FC236}">
                <a16:creationId xmlns:a16="http://schemas.microsoft.com/office/drawing/2014/main" id="{E9400892-5B68-BE4B-57E4-C17D745D9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2769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918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A891E-625D-287A-D5F0-F7835F91B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5AFCCC6-5676-8003-E6B1-0288FF896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Componentes de un Job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F34550-AA3C-90BD-0D2A-755A021A8733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1167492" y="2321699"/>
            <a:ext cx="9362856" cy="2821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dirty="0"/>
              <a:t>Job: </a:t>
            </a:r>
            <a:r>
              <a:rPr lang="es-MX" dirty="0"/>
              <a:t>es una tarea automatizada que SQL Server ejecuta sin intervención del usuario.</a:t>
            </a:r>
            <a:endParaRPr dirty="0"/>
          </a:p>
          <a:p>
            <a:r>
              <a:rPr dirty="0"/>
              <a:t>Step: </a:t>
            </a:r>
            <a:r>
              <a:rPr lang="es-MX" dirty="0"/>
              <a:t>es una acción individual dentro de un Job.</a:t>
            </a:r>
            <a:endParaRPr dirty="0"/>
          </a:p>
          <a:p>
            <a:r>
              <a:rPr dirty="0"/>
              <a:t>Schedule: </a:t>
            </a:r>
            <a:r>
              <a:rPr lang="es-MX" dirty="0"/>
              <a:t>define cuándo y con qué frecuencia se ejecutará un Job.</a:t>
            </a:r>
            <a:endParaRPr dirty="0"/>
          </a:p>
          <a:p>
            <a:r>
              <a:rPr dirty="0"/>
              <a:t>Alert: </a:t>
            </a:r>
            <a:r>
              <a:rPr lang="es-MX" dirty="0"/>
              <a:t>es una notificación automática que se activa cuando ocurre un evento específico en SQL Server.</a:t>
            </a:r>
            <a:endParaRPr dirty="0"/>
          </a:p>
          <a:p>
            <a:r>
              <a:rPr dirty="0" err="1"/>
              <a:t>Operator</a:t>
            </a:r>
            <a:r>
              <a:rPr dirty="0"/>
              <a:t>: </a:t>
            </a:r>
            <a:r>
              <a:rPr lang="es-MX" dirty="0"/>
              <a:t>es la persona o grupo que recibe las notificaciones generadas por las </a:t>
            </a:r>
            <a:r>
              <a:rPr lang="es-MX" dirty="0" err="1"/>
              <a:t>Alerts</a:t>
            </a:r>
            <a:r>
              <a:rPr lang="es-MX" dirty="0"/>
              <a:t>.</a:t>
            </a:r>
            <a:endParaRPr dirty="0"/>
          </a:p>
        </p:txBody>
      </p:sp>
      <p:pic>
        <p:nvPicPr>
          <p:cNvPr id="2" name="Picture 2" descr="Teorías - Iconos gratis de educación">
            <a:extLst>
              <a:ext uri="{FF2B5EF4-FFF2-40B4-BE49-F238E27FC236}">
                <a16:creationId xmlns:a16="http://schemas.microsoft.com/office/drawing/2014/main" id="{E530E14F-81E5-CA13-A712-98D9E3B27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523" y="0"/>
            <a:ext cx="1746477" cy="174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084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412F-20DA-2820-0F9B-C1F3168A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94336F9-1612-728E-E93E-FB98046CE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630" y="479834"/>
            <a:ext cx="4708207" cy="748748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Monitoreo de Jobs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652485-0B1B-B363-20C0-2737D56B1FEC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1616853" y="2086550"/>
            <a:ext cx="45518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dirty="0"/>
              <a:t>Historial de ejecución</a:t>
            </a:r>
          </a:p>
          <a:p>
            <a:r>
              <a:rPr dirty="0"/>
              <a:t>Estado de éxito o error</a:t>
            </a:r>
          </a:p>
          <a:p>
            <a:r>
              <a:rPr dirty="0"/>
              <a:t>Duración</a:t>
            </a:r>
          </a:p>
          <a:p>
            <a:r>
              <a:rPr dirty="0"/>
              <a:t>Mensajes registrados</a:t>
            </a:r>
          </a:p>
        </p:txBody>
      </p:sp>
      <p:pic>
        <p:nvPicPr>
          <p:cNvPr id="7170" name="Picture 2" descr="Icono de Monitoreo de internet Generic color lineal-color | Freepik">
            <a:extLst>
              <a:ext uri="{FF2B5EF4-FFF2-40B4-BE49-F238E27FC236}">
                <a16:creationId xmlns:a16="http://schemas.microsoft.com/office/drawing/2014/main" id="{072BA32C-56FD-A139-E3CE-3E86850D1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52" y="4714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051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0778C-D48F-1360-0640-D8B8924A4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7ADFECE-C36C-2C6A-CE64-59794DD5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29" y="516048"/>
            <a:ext cx="6401205" cy="82117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Buenas prácticas con Jobs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3BBA75-D35E-E74A-DC64-1570B8A5D502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1393029" y="1843951"/>
            <a:ext cx="6587510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dirty="0"/>
              <a:t>Nombrar claramente los Jobs</a:t>
            </a:r>
          </a:p>
          <a:p>
            <a:r>
              <a:rPr dirty="0"/>
              <a:t>Registrar errores</a:t>
            </a:r>
          </a:p>
          <a:p>
            <a:r>
              <a:rPr dirty="0"/>
              <a:t>Notificar fallos</a:t>
            </a:r>
          </a:p>
          <a:p>
            <a:r>
              <a:rPr dirty="0"/>
              <a:t>Probar antes de producción</a:t>
            </a:r>
          </a:p>
        </p:txBody>
      </p:sp>
      <p:pic>
        <p:nvPicPr>
          <p:cNvPr id="9218" name="Picture 2" descr="13 mil vectores de stock y arte vectorial de Buenas practicas empresariales  | Shutterstock">
            <a:extLst>
              <a:ext uri="{FF2B5EF4-FFF2-40B4-BE49-F238E27FC236}">
                <a16:creationId xmlns:a16="http://schemas.microsoft.com/office/drawing/2014/main" id="{6C55511F-DC81-EF4C-014E-92A128964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067" y="156491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664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46AB-8611-4BB8-3844-03919C91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AFA7BA5-C16B-F082-5734-40CCA0646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29" y="516048"/>
            <a:ext cx="6401205" cy="82117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Creando un Job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B97F00-7A66-D30C-528A-89EB7C27E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80" y="1674393"/>
            <a:ext cx="4927059" cy="82117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F2B51FE-7A4D-8808-8027-90E20C6DD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268" y="2638219"/>
            <a:ext cx="3372321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904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E542C-18BE-C6E1-599F-B7F9ED54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3C17AB1-16B7-5CD3-F35F-B2DC44209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29" y="516048"/>
            <a:ext cx="6401205" cy="82117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Creando un Job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B8F4874-BA2D-9391-96A5-2C860DDFC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337224"/>
            <a:ext cx="6268312" cy="53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66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387E0-297C-5ED5-F735-7FD5709EE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E5D1A86-F4C2-EA56-947E-0463118F5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29" y="516048"/>
            <a:ext cx="6401205" cy="82117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Creando un Job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8DFE69-4D12-D93D-11CE-E2F0913D5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541" y="1337224"/>
            <a:ext cx="6075111" cy="522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51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8CC9-49FF-C3F5-E8C8-43657DD3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E07BE3B-9D5D-29C1-2C17-92D56EBFA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29" y="516048"/>
            <a:ext cx="6401205" cy="82117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Creando un Job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2C83A52-C3B8-896E-B24D-E026D79EE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857" y="1536812"/>
            <a:ext cx="6036562" cy="524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01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0C459-E3C3-FA2B-09D9-5A27ABB48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AE9022D-A948-4BA8-0707-619C2613E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29" y="516048"/>
            <a:ext cx="6401205" cy="82117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Creando un Job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E47392-E5A2-B50A-2E12-9001D2F23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571" y="1672030"/>
            <a:ext cx="5839435" cy="503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385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8A876-7543-6125-E5E5-1AFA7CAF7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F99A5A0-44FF-8C26-5D2B-85AC2AC4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396" y="286522"/>
            <a:ext cx="3178563" cy="495156"/>
          </a:xfrm>
        </p:spPr>
        <p:txBody>
          <a:bodyPr rtlCol="0" anchor="b">
            <a:normAutofit fontScale="90000"/>
          </a:bodyPr>
          <a:lstStyle>
            <a:defPPr>
              <a:defRPr lang="es-ES"/>
            </a:defPPr>
          </a:lstStyle>
          <a:p>
            <a:r>
              <a:rPr dirty="0"/>
              <a:t>Laboratorio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69706F-8F58-41D9-5EBE-36776B678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409" y="1508461"/>
            <a:ext cx="9779182" cy="384107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dirty="0"/>
              <a:t>Crear una traza con </a:t>
            </a:r>
            <a:r>
              <a:rPr dirty="0" err="1"/>
              <a:t>Profiler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/>
              <a:t>Crear un SP que gestione un </a:t>
            </a:r>
            <a:r>
              <a:rPr dirty="0" err="1"/>
              <a:t>backup</a:t>
            </a:r>
            <a:r>
              <a:rPr dirty="0"/>
              <a:t> desde script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/>
              <a:t>Crear un </a:t>
            </a:r>
            <a:r>
              <a:rPr lang="es-CR" dirty="0"/>
              <a:t>Job para ejecutar el SP creado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dirty="0"/>
              <a:t>Programar ejecución diaria</a:t>
            </a:r>
          </a:p>
        </p:txBody>
      </p:sp>
    </p:spTree>
    <p:extLst>
      <p:ext uri="{BB962C8B-B14F-4D97-AF65-F5344CB8AC3E}">
        <p14:creationId xmlns:p14="http://schemas.microsoft.com/office/powerpoint/2010/main" val="3226480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 rtlCol="0"/>
          <a:lstStyle>
            <a:defPPr>
              <a:defRPr lang="es-ES"/>
            </a:defPPr>
          </a:lstStyle>
          <a:p>
            <a:r>
              <a:t>¡Muchas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420_TF45331398_Win32" id="{C0135C28-68A3-40E4-BC16-4AD80F3EE0C9}" vid="{17F0BC35-05E6-4450-B170-6A0CA2A0F36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universal</Template>
  <TotalTime>812</TotalTime>
  <Words>554</Words>
  <Application>Microsoft Office PowerPoint</Application>
  <PresentationFormat>Panorámica</PresentationFormat>
  <Paragraphs>92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Tenorite</vt:lpstr>
      <vt:lpstr>Personalizar</vt:lpstr>
      <vt:lpstr>IF-5100 Administración de bases de datos Informática Empresarial</vt:lpstr>
      <vt:lpstr>SQL Server Profiler</vt:lpstr>
      <vt:lpstr>¿Para qué sirve?</vt:lpstr>
      <vt:lpstr>Conceptos principales</vt:lpstr>
      <vt:lpstr>Eventos comunes</vt:lpstr>
      <vt:lpstr>Creación de una traza</vt:lpstr>
      <vt:lpstr>Creación de una traza</vt:lpstr>
      <vt:lpstr>Creación de una traza</vt:lpstr>
      <vt:lpstr>Creación de una traza</vt:lpstr>
      <vt:lpstr>Buenas prácticas con Profiler</vt:lpstr>
      <vt:lpstr>SQL Server Agent</vt:lpstr>
      <vt:lpstr>Jobs</vt:lpstr>
      <vt:lpstr>Componentes de un Job</vt:lpstr>
      <vt:lpstr>Monitoreo de Jobs</vt:lpstr>
      <vt:lpstr>Buenas prácticas con Jobs</vt:lpstr>
      <vt:lpstr>Creando un Job</vt:lpstr>
      <vt:lpstr>Creando un Job</vt:lpstr>
      <vt:lpstr>Creando un Job</vt:lpstr>
      <vt:lpstr>Creando un Job</vt:lpstr>
      <vt:lpstr>Creando un Job</vt:lpstr>
      <vt:lpstr>Laboratorio</vt:lpstr>
      <vt:lpstr>¡Muchas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QUESADA CASTILLO RANDALL JOSUE</dc:creator>
  <cp:lastModifiedBy>QUESADA CASTILLO RANDALL JOSUE</cp:lastModifiedBy>
  <cp:revision>3</cp:revision>
  <dcterms:created xsi:type="dcterms:W3CDTF">2026-03-09T18:31:26Z</dcterms:created>
  <dcterms:modified xsi:type="dcterms:W3CDTF">2026-06-02T17:40:50Z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