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B1F280-5ACD-482D-826F-0D98CAC31243}" v="128" dt="2026-03-13T18:01:34.012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ESADA CASTILLO RANDALL JOSUE" userId="b29aff0c-7e4a-4e11-b3dc-2798a24f161e" providerId="ADAL" clId="{7F2C15F9-14F4-41C9-A6D2-58022218BE9B}"/>
    <pc:docChg chg="undo redo custSel addSld delSld modSld sldOrd">
      <pc:chgData name="QUESADA CASTILLO RANDALL JOSUE" userId="b29aff0c-7e4a-4e11-b3dc-2798a24f161e" providerId="ADAL" clId="{7F2C15F9-14F4-41C9-A6D2-58022218BE9B}" dt="2026-03-13T18:06:58.797" v="1560" actId="20577"/>
      <pc:docMkLst>
        <pc:docMk/>
      </pc:docMkLst>
      <pc:sldChg chg="modSp mod">
        <pc:chgData name="QUESADA CASTILLO RANDALL JOSUE" userId="b29aff0c-7e4a-4e11-b3dc-2798a24f161e" providerId="ADAL" clId="{7F2C15F9-14F4-41C9-A6D2-58022218BE9B}" dt="2026-03-12T21:58:42.782" v="100" actId="20577"/>
        <pc:sldMkLst>
          <pc:docMk/>
          <pc:sldMk cId="2259308896" sldId="256"/>
        </pc:sldMkLst>
        <pc:spChg chg="mod">
          <ac:chgData name="QUESADA CASTILLO RANDALL JOSUE" userId="b29aff0c-7e4a-4e11-b3dc-2798a24f161e" providerId="ADAL" clId="{7F2C15F9-14F4-41C9-A6D2-58022218BE9B}" dt="2026-03-12T21:58:42.782" v="100" actId="20577"/>
          <ac:spMkLst>
            <pc:docMk/>
            <pc:sldMk cId="2259308896" sldId="256"/>
            <ac:spMk id="6" creationId="{BBC0F21F-D25A-E60F-B9DD-8D1C7B7203FF}"/>
          </ac:spMkLst>
        </pc:spChg>
      </pc:sldChg>
      <pc:sldChg chg="addSp modSp mod modClrScheme chgLayout">
        <pc:chgData name="QUESADA CASTILLO RANDALL JOSUE" userId="b29aff0c-7e4a-4e11-b3dc-2798a24f161e" providerId="ADAL" clId="{7F2C15F9-14F4-41C9-A6D2-58022218BE9B}" dt="2026-03-12T22:28:12.591" v="271" actId="26606"/>
        <pc:sldMkLst>
          <pc:docMk/>
          <pc:sldMk cId="1325608595" sldId="257"/>
        </pc:sldMkLst>
        <pc:spChg chg="mod">
          <ac:chgData name="QUESADA CASTILLO RANDALL JOSUE" userId="b29aff0c-7e4a-4e11-b3dc-2798a24f161e" providerId="ADAL" clId="{7F2C15F9-14F4-41C9-A6D2-58022218BE9B}" dt="2026-03-12T22:28:12.591" v="271" actId="26606"/>
          <ac:spMkLst>
            <pc:docMk/>
            <pc:sldMk cId="1325608595" sldId="257"/>
            <ac:spMk id="2" creationId="{912DF434-28DB-4621-A497-D62C41CE0419}"/>
          </ac:spMkLst>
        </pc:spChg>
        <pc:spChg chg="add mod">
          <ac:chgData name="QUESADA CASTILLO RANDALL JOSUE" userId="b29aff0c-7e4a-4e11-b3dc-2798a24f161e" providerId="ADAL" clId="{7F2C15F9-14F4-41C9-A6D2-58022218BE9B}" dt="2026-03-12T22:25:29.325" v="219"/>
          <ac:spMkLst>
            <pc:docMk/>
            <pc:sldMk cId="1325608595" sldId="257"/>
            <ac:spMk id="3" creationId="{6506CE2A-48D3-F007-8260-D547C249E8A3}"/>
          </ac:spMkLst>
        </pc:spChg>
        <pc:spChg chg="add mod">
          <ac:chgData name="QUESADA CASTILLO RANDALL JOSUE" userId="b29aff0c-7e4a-4e11-b3dc-2798a24f161e" providerId="ADAL" clId="{7F2C15F9-14F4-41C9-A6D2-58022218BE9B}" dt="2026-03-12T22:25:37.928" v="223"/>
          <ac:spMkLst>
            <pc:docMk/>
            <pc:sldMk cId="1325608595" sldId="257"/>
            <ac:spMk id="4" creationId="{E31A42BE-61A1-46F5-A6C2-397B3FDA1A32}"/>
          </ac:spMkLst>
        </pc:spChg>
        <pc:graphicFrameChg chg="mod modGraphic">
          <ac:chgData name="QUESADA CASTILLO RANDALL JOSUE" userId="b29aff0c-7e4a-4e11-b3dc-2798a24f161e" providerId="ADAL" clId="{7F2C15F9-14F4-41C9-A6D2-58022218BE9B}" dt="2026-03-12T22:28:12.591" v="271" actId="26606"/>
          <ac:graphicFrameMkLst>
            <pc:docMk/>
            <pc:sldMk cId="1325608595" sldId="257"/>
            <ac:graphicFrameMk id="5" creationId="{C206C54B-6301-7941-014E-AE2DA775D4E4}"/>
          </ac:graphicFrameMkLst>
        </pc:graphicFrameChg>
      </pc:sldChg>
      <pc:sldChg chg="del">
        <pc:chgData name="QUESADA CASTILLO RANDALL JOSUE" userId="b29aff0c-7e4a-4e11-b3dc-2798a24f161e" providerId="ADAL" clId="{7F2C15F9-14F4-41C9-A6D2-58022218BE9B}" dt="2026-03-12T23:07:54.963" v="272" actId="47"/>
        <pc:sldMkLst>
          <pc:docMk/>
          <pc:sldMk cId="3662677160" sldId="286"/>
        </pc:sldMkLst>
      </pc:sldChg>
      <pc:sldChg chg="del">
        <pc:chgData name="QUESADA CASTILLO RANDALL JOSUE" userId="b29aff0c-7e4a-4e11-b3dc-2798a24f161e" providerId="ADAL" clId="{7F2C15F9-14F4-41C9-A6D2-58022218BE9B}" dt="2026-03-12T23:07:57.084" v="273" actId="47"/>
        <pc:sldMkLst>
          <pc:docMk/>
          <pc:sldMk cId="779750606" sldId="288"/>
        </pc:sldMkLst>
      </pc:sldChg>
      <pc:sldChg chg="modSp mod">
        <pc:chgData name="QUESADA CASTILLO RANDALL JOSUE" userId="b29aff0c-7e4a-4e11-b3dc-2798a24f161e" providerId="ADAL" clId="{7F2C15F9-14F4-41C9-A6D2-58022218BE9B}" dt="2026-03-12T23:11:29.395" v="328" actId="14100"/>
        <pc:sldMkLst>
          <pc:docMk/>
          <pc:sldMk cId="1265939620" sldId="290"/>
        </pc:sldMkLst>
        <pc:spChg chg="mod">
          <ac:chgData name="QUESADA CASTILLO RANDALL JOSUE" userId="b29aff0c-7e4a-4e11-b3dc-2798a24f161e" providerId="ADAL" clId="{7F2C15F9-14F4-41C9-A6D2-58022218BE9B}" dt="2026-03-12T23:11:29.395" v="328" actId="14100"/>
          <ac:spMkLst>
            <pc:docMk/>
            <pc:sldMk cId="1265939620" sldId="290"/>
            <ac:spMk id="3" creationId="{D1455C0B-19FB-954B-532A-0A68CAC4E0E4}"/>
          </ac:spMkLst>
        </pc:spChg>
        <pc:spChg chg="mod">
          <ac:chgData name="QUESADA CASTILLO RANDALL JOSUE" userId="b29aff0c-7e4a-4e11-b3dc-2798a24f161e" providerId="ADAL" clId="{7F2C15F9-14F4-41C9-A6D2-58022218BE9B}" dt="2026-03-12T23:09:59.398" v="313" actId="20577"/>
          <ac:spMkLst>
            <pc:docMk/>
            <pc:sldMk cId="1265939620" sldId="290"/>
            <ac:spMk id="6" creationId="{EDF9E134-98AA-3ECE-E40A-180C85ACD7D5}"/>
          </ac:spMkLst>
        </pc:spChg>
        <pc:picChg chg="mod">
          <ac:chgData name="QUESADA CASTILLO RANDALL JOSUE" userId="b29aff0c-7e4a-4e11-b3dc-2798a24f161e" providerId="ADAL" clId="{7F2C15F9-14F4-41C9-A6D2-58022218BE9B}" dt="2026-03-12T23:11:27.823" v="327" actId="1076"/>
          <ac:picMkLst>
            <pc:docMk/>
            <pc:sldMk cId="1265939620" sldId="290"/>
            <ac:picMk id="1040" creationId="{561C5F28-42BA-44B9-D67C-DDE6C84B5A0F}"/>
          </ac:picMkLst>
        </pc:picChg>
      </pc:sldChg>
      <pc:sldChg chg="delSp modSp mod">
        <pc:chgData name="QUESADA CASTILLO RANDALL JOSUE" userId="b29aff0c-7e4a-4e11-b3dc-2798a24f161e" providerId="ADAL" clId="{7F2C15F9-14F4-41C9-A6D2-58022218BE9B}" dt="2026-03-13T01:15:37.010" v="1443" actId="478"/>
        <pc:sldMkLst>
          <pc:docMk/>
          <pc:sldMk cId="1609673525" sldId="296"/>
        </pc:sldMkLst>
        <pc:spChg chg="del mod">
          <ac:chgData name="QUESADA CASTILLO RANDALL JOSUE" userId="b29aff0c-7e4a-4e11-b3dc-2798a24f161e" providerId="ADAL" clId="{7F2C15F9-14F4-41C9-A6D2-58022218BE9B}" dt="2026-03-13T01:15:37.010" v="1443" actId="478"/>
          <ac:spMkLst>
            <pc:docMk/>
            <pc:sldMk cId="1609673525" sldId="296"/>
            <ac:spMk id="5" creationId="{67BB04B7-47A4-741B-59E0-F0E6F2126E8F}"/>
          </ac:spMkLst>
        </pc:spChg>
      </pc:sldChg>
      <pc:sldChg chg="addSp delSp modSp mod">
        <pc:chgData name="QUESADA CASTILLO RANDALL JOSUE" userId="b29aff0c-7e4a-4e11-b3dc-2798a24f161e" providerId="ADAL" clId="{7F2C15F9-14F4-41C9-A6D2-58022218BE9B}" dt="2026-03-12T23:44:34.813" v="445" actId="20577"/>
        <pc:sldMkLst>
          <pc:docMk/>
          <pc:sldMk cId="534254283" sldId="297"/>
        </pc:sldMkLst>
        <pc:spChg chg="del mod">
          <ac:chgData name="QUESADA CASTILLO RANDALL JOSUE" userId="b29aff0c-7e4a-4e11-b3dc-2798a24f161e" providerId="ADAL" clId="{7F2C15F9-14F4-41C9-A6D2-58022218BE9B}" dt="2026-03-12T23:44:13.408" v="430" actId="478"/>
          <ac:spMkLst>
            <pc:docMk/>
            <pc:sldMk cId="534254283" sldId="297"/>
            <ac:spMk id="3" creationId="{A307D20E-D632-0AAF-3A2F-6D5097C03A4F}"/>
          </ac:spMkLst>
        </pc:spChg>
        <pc:spChg chg="add del mod">
          <ac:chgData name="QUESADA CASTILLO RANDALL JOSUE" userId="b29aff0c-7e4a-4e11-b3dc-2798a24f161e" providerId="ADAL" clId="{7F2C15F9-14F4-41C9-A6D2-58022218BE9B}" dt="2026-03-12T23:44:15.325" v="431" actId="478"/>
          <ac:spMkLst>
            <pc:docMk/>
            <pc:sldMk cId="534254283" sldId="297"/>
            <ac:spMk id="5" creationId="{C71670CA-78F1-FD32-200C-AE6BE8380AF5}"/>
          </ac:spMkLst>
        </pc:spChg>
        <pc:spChg chg="mod">
          <ac:chgData name="QUESADA CASTILLO RANDALL JOSUE" userId="b29aff0c-7e4a-4e11-b3dc-2798a24f161e" providerId="ADAL" clId="{7F2C15F9-14F4-41C9-A6D2-58022218BE9B}" dt="2026-03-12T23:43:28.957" v="410" actId="20577"/>
          <ac:spMkLst>
            <pc:docMk/>
            <pc:sldMk cId="534254283" sldId="297"/>
            <ac:spMk id="6" creationId="{1C281668-1FC7-4066-C3DE-72C1F205E459}"/>
          </ac:spMkLst>
        </pc:spChg>
        <pc:graphicFrameChg chg="add mod modGraphic">
          <ac:chgData name="QUESADA CASTILLO RANDALL JOSUE" userId="b29aff0c-7e4a-4e11-b3dc-2798a24f161e" providerId="ADAL" clId="{7F2C15F9-14F4-41C9-A6D2-58022218BE9B}" dt="2026-03-12T23:44:34.813" v="445" actId="20577"/>
          <ac:graphicFrameMkLst>
            <pc:docMk/>
            <pc:sldMk cId="534254283" sldId="297"/>
            <ac:graphicFrameMk id="2" creationId="{20E8BDE6-6E19-7EAD-B6F0-F0179D7139F8}"/>
          </ac:graphicFrameMkLst>
        </pc:graphicFrameChg>
      </pc:sldChg>
      <pc:sldChg chg="addSp modSp mod">
        <pc:chgData name="QUESADA CASTILLO RANDALL JOSUE" userId="b29aff0c-7e4a-4e11-b3dc-2798a24f161e" providerId="ADAL" clId="{7F2C15F9-14F4-41C9-A6D2-58022218BE9B}" dt="2026-03-13T00:00:20.254" v="741" actId="1076"/>
        <pc:sldMkLst>
          <pc:docMk/>
          <pc:sldMk cId="3370611093" sldId="298"/>
        </pc:sldMkLst>
        <pc:spChg chg="add">
          <ac:chgData name="QUESADA CASTILLO RANDALL JOSUE" userId="b29aff0c-7e4a-4e11-b3dc-2798a24f161e" providerId="ADAL" clId="{7F2C15F9-14F4-41C9-A6D2-58022218BE9B}" dt="2026-03-12T23:58:11.673" v="563"/>
          <ac:spMkLst>
            <pc:docMk/>
            <pc:sldMk cId="3370611093" sldId="298"/>
            <ac:spMk id="2" creationId="{9A287B33-1666-49B4-1E11-915B97488E72}"/>
          </ac:spMkLst>
        </pc:spChg>
        <pc:spChg chg="mod">
          <ac:chgData name="QUESADA CASTILLO RANDALL JOSUE" userId="b29aff0c-7e4a-4e11-b3dc-2798a24f161e" providerId="ADAL" clId="{7F2C15F9-14F4-41C9-A6D2-58022218BE9B}" dt="2026-03-13T00:00:20.254" v="741" actId="1076"/>
          <ac:spMkLst>
            <pc:docMk/>
            <pc:sldMk cId="3370611093" sldId="298"/>
            <ac:spMk id="3" creationId="{1A539480-7B0E-CE94-E574-358F325A912A}"/>
          </ac:spMkLst>
        </pc:spChg>
        <pc:spChg chg="mod">
          <ac:chgData name="QUESADA CASTILLO RANDALL JOSUE" userId="b29aff0c-7e4a-4e11-b3dc-2798a24f161e" providerId="ADAL" clId="{7F2C15F9-14F4-41C9-A6D2-58022218BE9B}" dt="2026-03-12T23:57:29.982" v="518" actId="20577"/>
          <ac:spMkLst>
            <pc:docMk/>
            <pc:sldMk cId="3370611093" sldId="298"/>
            <ac:spMk id="6" creationId="{46C489AC-7F56-8132-865C-38EECC630338}"/>
          </ac:spMkLst>
        </pc:spChg>
      </pc:sldChg>
      <pc:sldChg chg="addSp delSp modSp mod">
        <pc:chgData name="QUESADA CASTILLO RANDALL JOSUE" userId="b29aff0c-7e4a-4e11-b3dc-2798a24f161e" providerId="ADAL" clId="{7F2C15F9-14F4-41C9-A6D2-58022218BE9B}" dt="2026-03-13T00:50:05.027" v="851" actId="478"/>
        <pc:sldMkLst>
          <pc:docMk/>
          <pc:sldMk cId="2228047192" sldId="299"/>
        </pc:sldMkLst>
        <pc:spChg chg="del mod">
          <ac:chgData name="QUESADA CASTILLO RANDALL JOSUE" userId="b29aff0c-7e4a-4e11-b3dc-2798a24f161e" providerId="ADAL" clId="{7F2C15F9-14F4-41C9-A6D2-58022218BE9B}" dt="2026-03-13T00:16:33.935" v="846" actId="26606"/>
          <ac:spMkLst>
            <pc:docMk/>
            <pc:sldMk cId="2228047192" sldId="299"/>
            <ac:spMk id="3" creationId="{F74232E9-8F42-E118-26DB-11EC918E9FDC}"/>
          </ac:spMkLst>
        </pc:spChg>
        <pc:spChg chg="mod">
          <ac:chgData name="QUESADA CASTILLO RANDALL JOSUE" userId="b29aff0c-7e4a-4e11-b3dc-2798a24f161e" providerId="ADAL" clId="{7F2C15F9-14F4-41C9-A6D2-58022218BE9B}" dt="2026-03-13T00:50:02.374" v="850" actId="20577"/>
          <ac:spMkLst>
            <pc:docMk/>
            <pc:sldMk cId="2228047192" sldId="299"/>
            <ac:spMk id="6" creationId="{0D121832-DBE1-7B86-6879-70B675810293}"/>
          </ac:spMkLst>
        </pc:spChg>
        <pc:graphicFrameChg chg="add mod">
          <ac:chgData name="QUESADA CASTILLO RANDALL JOSUE" userId="b29aff0c-7e4a-4e11-b3dc-2798a24f161e" providerId="ADAL" clId="{7F2C15F9-14F4-41C9-A6D2-58022218BE9B}" dt="2026-03-13T00:50:05.027" v="851" actId="478"/>
          <ac:graphicFrameMkLst>
            <pc:docMk/>
            <pc:sldMk cId="2228047192" sldId="299"/>
            <ac:graphicFrameMk id="8" creationId="{A2E1C896-B54F-A0F2-A296-1FC481E4C5A0}"/>
          </ac:graphicFrameMkLst>
        </pc:graphicFrameChg>
      </pc:sldChg>
      <pc:sldChg chg="addSp delSp modSp mod modClrScheme chgLayout">
        <pc:chgData name="QUESADA CASTILLO RANDALL JOSUE" userId="b29aff0c-7e4a-4e11-b3dc-2798a24f161e" providerId="ADAL" clId="{7F2C15F9-14F4-41C9-A6D2-58022218BE9B}" dt="2026-03-13T00:50:16.457" v="855" actId="20577"/>
        <pc:sldMkLst>
          <pc:docMk/>
          <pc:sldMk cId="1489114565" sldId="300"/>
        </pc:sldMkLst>
        <pc:spChg chg="add del mod">
          <ac:chgData name="QUESADA CASTILLO RANDALL JOSUE" userId="b29aff0c-7e4a-4e11-b3dc-2798a24f161e" providerId="ADAL" clId="{7F2C15F9-14F4-41C9-A6D2-58022218BE9B}" dt="2026-03-13T00:16:26.959" v="845" actId="26606"/>
          <ac:spMkLst>
            <pc:docMk/>
            <pc:sldMk cId="1489114565" sldId="300"/>
            <ac:spMk id="3" creationId="{D1641BD3-CD85-264B-81E7-2EE0A4460768}"/>
          </ac:spMkLst>
        </pc:spChg>
        <pc:spChg chg="mod">
          <ac:chgData name="QUESADA CASTILLO RANDALL JOSUE" userId="b29aff0c-7e4a-4e11-b3dc-2798a24f161e" providerId="ADAL" clId="{7F2C15F9-14F4-41C9-A6D2-58022218BE9B}" dt="2026-03-13T00:50:14.065" v="854"/>
          <ac:spMkLst>
            <pc:docMk/>
            <pc:sldMk cId="1489114565" sldId="300"/>
            <ac:spMk id="6" creationId="{FE0BE035-B455-7E2A-C491-7E78FC2EA08D}"/>
          </ac:spMkLst>
        </pc:spChg>
        <pc:spChg chg="add mod">
          <ac:chgData name="QUESADA CASTILLO RANDALL JOSUE" userId="b29aff0c-7e4a-4e11-b3dc-2798a24f161e" providerId="ADAL" clId="{7F2C15F9-14F4-41C9-A6D2-58022218BE9B}" dt="2026-03-13T00:50:16.457" v="855" actId="20577"/>
          <ac:spMkLst>
            <pc:docMk/>
            <pc:sldMk cId="1489114565" sldId="300"/>
            <ac:spMk id="10" creationId="{D1641BD3-CD85-264B-81E7-2EE0A4460768}"/>
          </ac:spMkLst>
        </pc:spChg>
        <pc:graphicFrameChg chg="add del">
          <ac:chgData name="QUESADA CASTILLO RANDALL JOSUE" userId="b29aff0c-7e4a-4e11-b3dc-2798a24f161e" providerId="ADAL" clId="{7F2C15F9-14F4-41C9-A6D2-58022218BE9B}" dt="2026-03-13T00:16:26.958" v="844" actId="26606"/>
          <ac:graphicFrameMkLst>
            <pc:docMk/>
            <pc:sldMk cId="1489114565" sldId="300"/>
            <ac:graphicFrameMk id="8" creationId="{E11AA252-EA49-1C10-EFD9-485445D7F24F}"/>
          </ac:graphicFrameMkLst>
        </pc:graphicFrameChg>
      </pc:sldChg>
      <pc:sldChg chg="addSp delSp modSp mod modClrScheme chgLayout">
        <pc:chgData name="QUESADA CASTILLO RANDALL JOSUE" userId="b29aff0c-7e4a-4e11-b3dc-2798a24f161e" providerId="ADAL" clId="{7F2C15F9-14F4-41C9-A6D2-58022218BE9B}" dt="2026-03-12T23:40:16.544" v="385" actId="2085"/>
        <pc:sldMkLst>
          <pc:docMk/>
          <pc:sldMk cId="1072612858" sldId="303"/>
        </pc:sldMkLst>
        <pc:spChg chg="del mod">
          <ac:chgData name="QUESADA CASTILLO RANDALL JOSUE" userId="b29aff0c-7e4a-4e11-b3dc-2798a24f161e" providerId="ADAL" clId="{7F2C15F9-14F4-41C9-A6D2-58022218BE9B}" dt="2026-03-12T23:38:48.806" v="360" actId="478"/>
          <ac:spMkLst>
            <pc:docMk/>
            <pc:sldMk cId="1072612858" sldId="303"/>
            <ac:spMk id="3" creationId="{D786313C-96C6-999B-707F-C2D144585C27}"/>
          </ac:spMkLst>
        </pc:spChg>
        <pc:spChg chg="add del mod">
          <ac:chgData name="QUESADA CASTILLO RANDALL JOSUE" userId="b29aff0c-7e4a-4e11-b3dc-2798a24f161e" providerId="ADAL" clId="{7F2C15F9-14F4-41C9-A6D2-58022218BE9B}" dt="2026-03-12T23:38:53.998" v="361" actId="478"/>
          <ac:spMkLst>
            <pc:docMk/>
            <pc:sldMk cId="1072612858" sldId="303"/>
            <ac:spMk id="4" creationId="{2F4DBD7C-3FC4-B55D-4E64-2DD94889A873}"/>
          </ac:spMkLst>
        </pc:spChg>
        <pc:spChg chg="mod">
          <ac:chgData name="QUESADA CASTILLO RANDALL JOSUE" userId="b29aff0c-7e4a-4e11-b3dc-2798a24f161e" providerId="ADAL" clId="{7F2C15F9-14F4-41C9-A6D2-58022218BE9B}" dt="2026-03-12T23:39:32.219" v="379" actId="1076"/>
          <ac:spMkLst>
            <pc:docMk/>
            <pc:sldMk cId="1072612858" sldId="303"/>
            <ac:spMk id="6" creationId="{5CC27B0F-5BBD-BC37-D9ED-578D6E1EB31C}"/>
          </ac:spMkLst>
        </pc:spChg>
        <pc:spChg chg="add mod">
          <ac:chgData name="QUESADA CASTILLO RANDALL JOSUE" userId="b29aff0c-7e4a-4e11-b3dc-2798a24f161e" providerId="ADAL" clId="{7F2C15F9-14F4-41C9-A6D2-58022218BE9B}" dt="2026-03-12T23:40:16.544" v="385" actId="2085"/>
          <ac:spMkLst>
            <pc:docMk/>
            <pc:sldMk cId="1072612858" sldId="303"/>
            <ac:spMk id="7" creationId="{74F96F01-2D21-274A-091B-AEADE5483D79}"/>
          </ac:spMkLst>
        </pc:spChg>
        <pc:picChg chg="add mod">
          <ac:chgData name="QUESADA CASTILLO RANDALL JOSUE" userId="b29aff0c-7e4a-4e11-b3dc-2798a24f161e" providerId="ADAL" clId="{7F2C15F9-14F4-41C9-A6D2-58022218BE9B}" dt="2026-03-12T23:39:35.893" v="382" actId="1076"/>
          <ac:picMkLst>
            <pc:docMk/>
            <pc:sldMk cId="1072612858" sldId="303"/>
            <ac:picMk id="5" creationId="{97EC6E3F-5B6E-C51F-4735-47D535BE749B}"/>
          </ac:picMkLst>
        </pc:picChg>
        <pc:picChg chg="del">
          <ac:chgData name="QUESADA CASTILLO RANDALL JOSUE" userId="b29aff0c-7e4a-4e11-b3dc-2798a24f161e" providerId="ADAL" clId="{7F2C15F9-14F4-41C9-A6D2-58022218BE9B}" dt="2026-03-12T23:38:03.741" v="357" actId="478"/>
          <ac:picMkLst>
            <pc:docMk/>
            <pc:sldMk cId="1072612858" sldId="303"/>
            <ac:picMk id="1026" creationId="{E3BBD515-1759-A48A-82CC-E1E3EDD221E4}"/>
          </ac:picMkLst>
        </pc:picChg>
        <pc:picChg chg="del">
          <ac:chgData name="QUESADA CASTILLO RANDALL JOSUE" userId="b29aff0c-7e4a-4e11-b3dc-2798a24f161e" providerId="ADAL" clId="{7F2C15F9-14F4-41C9-A6D2-58022218BE9B}" dt="2026-03-12T23:38:03.197" v="356" actId="478"/>
          <ac:picMkLst>
            <pc:docMk/>
            <pc:sldMk cId="1072612858" sldId="303"/>
            <ac:picMk id="1034" creationId="{DED67EDF-C63B-4100-C3F7-DD5E8B8CAD83}"/>
          </ac:picMkLst>
        </pc:picChg>
        <pc:picChg chg="del">
          <ac:chgData name="QUESADA CASTILLO RANDALL JOSUE" userId="b29aff0c-7e4a-4e11-b3dc-2798a24f161e" providerId="ADAL" clId="{7F2C15F9-14F4-41C9-A6D2-58022218BE9B}" dt="2026-03-12T23:38:02.717" v="355" actId="478"/>
          <ac:picMkLst>
            <pc:docMk/>
            <pc:sldMk cId="1072612858" sldId="303"/>
            <ac:picMk id="1036" creationId="{D6EA740F-65AC-DFE0-704C-E4EF27695629}"/>
          </ac:picMkLst>
        </pc:picChg>
      </pc:sldChg>
      <pc:sldChg chg="modSp mod">
        <pc:chgData name="QUESADA CASTILLO RANDALL JOSUE" userId="b29aff0c-7e4a-4e11-b3dc-2798a24f161e" providerId="ADAL" clId="{7F2C15F9-14F4-41C9-A6D2-58022218BE9B}" dt="2026-03-12T23:36:35.663" v="353" actId="14100"/>
        <pc:sldMkLst>
          <pc:docMk/>
          <pc:sldMk cId="2477588734" sldId="304"/>
        </pc:sldMkLst>
        <pc:spChg chg="mod">
          <ac:chgData name="QUESADA CASTILLO RANDALL JOSUE" userId="b29aff0c-7e4a-4e11-b3dc-2798a24f161e" providerId="ADAL" clId="{7F2C15F9-14F4-41C9-A6D2-58022218BE9B}" dt="2026-03-12T23:36:35.663" v="353" actId="14100"/>
          <ac:spMkLst>
            <pc:docMk/>
            <pc:sldMk cId="2477588734" sldId="304"/>
            <ac:spMk id="3" creationId="{40644860-3D76-42DE-1EB3-A414A76FABB0}"/>
          </ac:spMkLst>
        </pc:spChg>
        <pc:spChg chg="mod">
          <ac:chgData name="QUESADA CASTILLO RANDALL JOSUE" userId="b29aff0c-7e4a-4e11-b3dc-2798a24f161e" providerId="ADAL" clId="{7F2C15F9-14F4-41C9-A6D2-58022218BE9B}" dt="2026-03-12T23:36:05.784" v="329"/>
          <ac:spMkLst>
            <pc:docMk/>
            <pc:sldMk cId="2477588734" sldId="304"/>
            <ac:spMk id="6" creationId="{CAF86DCB-B2AC-1579-F17B-E0E93C19A913}"/>
          </ac:spMkLst>
        </pc:spChg>
        <pc:picChg chg="mod">
          <ac:chgData name="QUESADA CASTILLO RANDALL JOSUE" userId="b29aff0c-7e4a-4e11-b3dc-2798a24f161e" providerId="ADAL" clId="{7F2C15F9-14F4-41C9-A6D2-58022218BE9B}" dt="2026-03-12T23:36:33.994" v="352" actId="1076"/>
          <ac:picMkLst>
            <pc:docMk/>
            <pc:sldMk cId="2477588734" sldId="304"/>
            <ac:picMk id="1040" creationId="{CCCD3A57-B19D-0F3D-5446-547E5F11CB22}"/>
          </ac:picMkLst>
        </pc:picChg>
      </pc:sldChg>
      <pc:sldChg chg="addSp delSp modSp mod">
        <pc:chgData name="QUESADA CASTILLO RANDALL JOSUE" userId="b29aff0c-7e4a-4e11-b3dc-2798a24f161e" providerId="ADAL" clId="{7F2C15F9-14F4-41C9-A6D2-58022218BE9B}" dt="2026-03-12T23:49:32.424" v="479" actId="1076"/>
        <pc:sldMkLst>
          <pc:docMk/>
          <pc:sldMk cId="1530902541" sldId="305"/>
        </pc:sldMkLst>
        <pc:spChg chg="del">
          <ac:chgData name="QUESADA CASTILLO RANDALL JOSUE" userId="b29aff0c-7e4a-4e11-b3dc-2798a24f161e" providerId="ADAL" clId="{7F2C15F9-14F4-41C9-A6D2-58022218BE9B}" dt="2026-03-12T23:48:41.369" v="472" actId="478"/>
          <ac:spMkLst>
            <pc:docMk/>
            <pc:sldMk cId="1530902541" sldId="305"/>
            <ac:spMk id="3" creationId="{B4064D53-05C1-46AD-7959-14A0B6B800E0}"/>
          </ac:spMkLst>
        </pc:spChg>
        <pc:spChg chg="add del mod">
          <ac:chgData name="QUESADA CASTILLO RANDALL JOSUE" userId="b29aff0c-7e4a-4e11-b3dc-2798a24f161e" providerId="ADAL" clId="{7F2C15F9-14F4-41C9-A6D2-58022218BE9B}" dt="2026-03-12T23:48:42.583" v="473" actId="478"/>
          <ac:spMkLst>
            <pc:docMk/>
            <pc:sldMk cId="1530902541" sldId="305"/>
            <ac:spMk id="4" creationId="{A96C0A38-77C0-1F7C-5F38-6996A13AA358}"/>
          </ac:spMkLst>
        </pc:spChg>
        <pc:spChg chg="mod">
          <ac:chgData name="QUESADA CASTILLO RANDALL JOSUE" userId="b29aff0c-7e4a-4e11-b3dc-2798a24f161e" providerId="ADAL" clId="{7F2C15F9-14F4-41C9-A6D2-58022218BE9B}" dt="2026-03-12T23:49:02.423" v="477" actId="1076"/>
          <ac:spMkLst>
            <pc:docMk/>
            <pc:sldMk cId="1530902541" sldId="305"/>
            <ac:spMk id="6" creationId="{98C38955-C3D3-9C5D-6C65-78F42A9B7DA2}"/>
          </ac:spMkLst>
        </pc:spChg>
        <pc:picChg chg="add">
          <ac:chgData name="QUESADA CASTILLO RANDALL JOSUE" userId="b29aff0c-7e4a-4e11-b3dc-2798a24f161e" providerId="ADAL" clId="{7F2C15F9-14F4-41C9-A6D2-58022218BE9B}" dt="2026-03-12T23:48:43.720" v="474"/>
          <ac:picMkLst>
            <pc:docMk/>
            <pc:sldMk cId="1530902541" sldId="305"/>
            <ac:picMk id="3074" creationId="{97FAB904-65B5-89A2-B628-AEB64352F9AB}"/>
          </ac:picMkLst>
        </pc:picChg>
        <pc:picChg chg="add mod">
          <ac:chgData name="QUESADA CASTILLO RANDALL JOSUE" userId="b29aff0c-7e4a-4e11-b3dc-2798a24f161e" providerId="ADAL" clId="{7F2C15F9-14F4-41C9-A6D2-58022218BE9B}" dt="2026-03-12T23:49:32.424" v="479" actId="1076"/>
          <ac:picMkLst>
            <pc:docMk/>
            <pc:sldMk cId="1530902541" sldId="305"/>
            <ac:picMk id="3076" creationId="{2F0D993C-E5E3-3E9C-4034-89A7067FD566}"/>
          </ac:picMkLst>
        </pc:picChg>
      </pc:sldChg>
      <pc:sldChg chg="delSp modSp mod">
        <pc:chgData name="QUESADA CASTILLO RANDALL JOSUE" userId="b29aff0c-7e4a-4e11-b3dc-2798a24f161e" providerId="ADAL" clId="{7F2C15F9-14F4-41C9-A6D2-58022218BE9B}" dt="2026-03-13T00:51:22.653" v="949" actId="1076"/>
        <pc:sldMkLst>
          <pc:docMk/>
          <pc:sldMk cId="2287053028" sldId="306"/>
        </pc:sldMkLst>
        <pc:spChg chg="mod">
          <ac:chgData name="QUESADA CASTILLO RANDALL JOSUE" userId="b29aff0c-7e4a-4e11-b3dc-2798a24f161e" providerId="ADAL" clId="{7F2C15F9-14F4-41C9-A6D2-58022218BE9B}" dt="2026-03-13T00:51:22.653" v="949" actId="1076"/>
          <ac:spMkLst>
            <pc:docMk/>
            <pc:sldMk cId="2287053028" sldId="306"/>
            <ac:spMk id="3" creationId="{D630D4A7-17D1-72D1-1F3D-52B4F70A3905}"/>
          </ac:spMkLst>
        </pc:spChg>
        <pc:spChg chg="mod">
          <ac:chgData name="QUESADA CASTILLO RANDALL JOSUE" userId="b29aff0c-7e4a-4e11-b3dc-2798a24f161e" providerId="ADAL" clId="{7F2C15F9-14F4-41C9-A6D2-58022218BE9B}" dt="2026-03-13T00:50:42.497" v="884" actId="20577"/>
          <ac:spMkLst>
            <pc:docMk/>
            <pc:sldMk cId="2287053028" sldId="306"/>
            <ac:spMk id="6" creationId="{37FD0E0C-A11F-0A8F-90F4-33C6788EBD4A}"/>
          </ac:spMkLst>
        </pc:spChg>
        <pc:picChg chg="del mod">
          <ac:chgData name="QUESADA CASTILLO RANDALL JOSUE" userId="b29aff0c-7e4a-4e11-b3dc-2798a24f161e" providerId="ADAL" clId="{7F2C15F9-14F4-41C9-A6D2-58022218BE9B}" dt="2026-03-13T00:50:44.045" v="885" actId="478"/>
          <ac:picMkLst>
            <pc:docMk/>
            <pc:sldMk cId="2287053028" sldId="306"/>
            <ac:picMk id="11266" creationId="{E49B2C8F-E3C6-DA3B-E922-B32EE0695D3A}"/>
          </ac:picMkLst>
        </pc:picChg>
        <pc:picChg chg="del mod">
          <ac:chgData name="QUESADA CASTILLO RANDALL JOSUE" userId="b29aff0c-7e4a-4e11-b3dc-2798a24f161e" providerId="ADAL" clId="{7F2C15F9-14F4-41C9-A6D2-58022218BE9B}" dt="2026-03-13T00:50:46.775" v="887" actId="478"/>
          <ac:picMkLst>
            <pc:docMk/>
            <pc:sldMk cId="2287053028" sldId="306"/>
            <ac:picMk id="11268" creationId="{63B7CFDD-6AF9-0967-8B48-20E5EA71D64A}"/>
          </ac:picMkLst>
        </pc:picChg>
        <pc:picChg chg="del mod">
          <ac:chgData name="QUESADA CASTILLO RANDALL JOSUE" userId="b29aff0c-7e4a-4e11-b3dc-2798a24f161e" providerId="ADAL" clId="{7F2C15F9-14F4-41C9-A6D2-58022218BE9B}" dt="2026-03-13T00:50:45.385" v="886" actId="478"/>
          <ac:picMkLst>
            <pc:docMk/>
            <pc:sldMk cId="2287053028" sldId="306"/>
            <ac:picMk id="11270" creationId="{4761CEEC-21AE-7A6F-08EF-23DF9410F1C6}"/>
          </ac:picMkLst>
        </pc:picChg>
      </pc:sldChg>
      <pc:sldChg chg="addSp modSp mod modClrScheme chgLayout">
        <pc:chgData name="QUESADA CASTILLO RANDALL JOSUE" userId="b29aff0c-7e4a-4e11-b3dc-2798a24f161e" providerId="ADAL" clId="{7F2C15F9-14F4-41C9-A6D2-58022218BE9B}" dt="2026-03-13T01:02:27.113" v="1222" actId="1076"/>
        <pc:sldMkLst>
          <pc:docMk/>
          <pc:sldMk cId="3273509390" sldId="307"/>
        </pc:sldMkLst>
        <pc:spChg chg="mod">
          <ac:chgData name="QUESADA CASTILLO RANDALL JOSUE" userId="b29aff0c-7e4a-4e11-b3dc-2798a24f161e" providerId="ADAL" clId="{7F2C15F9-14F4-41C9-A6D2-58022218BE9B}" dt="2026-03-13T01:02:23.068" v="1221" actId="14100"/>
          <ac:spMkLst>
            <pc:docMk/>
            <pc:sldMk cId="3273509390" sldId="307"/>
            <ac:spMk id="3" creationId="{13CF2EA0-7111-1459-793C-5B5581784C33}"/>
          </ac:spMkLst>
        </pc:spChg>
        <pc:spChg chg="mod">
          <ac:chgData name="QUESADA CASTILLO RANDALL JOSUE" userId="b29aff0c-7e4a-4e11-b3dc-2798a24f161e" providerId="ADAL" clId="{7F2C15F9-14F4-41C9-A6D2-58022218BE9B}" dt="2026-03-13T01:02:15.670" v="1216" actId="26606"/>
          <ac:spMkLst>
            <pc:docMk/>
            <pc:sldMk cId="3273509390" sldId="307"/>
            <ac:spMk id="6" creationId="{D7D91E23-65BE-C7C2-1E1F-4E8E4D6E1D92}"/>
          </ac:spMkLst>
        </pc:spChg>
        <pc:picChg chg="add mod">
          <ac:chgData name="QUESADA CASTILLO RANDALL JOSUE" userId="b29aff0c-7e4a-4e11-b3dc-2798a24f161e" providerId="ADAL" clId="{7F2C15F9-14F4-41C9-A6D2-58022218BE9B}" dt="2026-03-13T01:02:27.113" v="1222" actId="1076"/>
          <ac:picMkLst>
            <pc:docMk/>
            <pc:sldMk cId="3273509390" sldId="307"/>
            <ac:picMk id="7170" creationId="{4BEDADEE-D474-9FB2-2A04-F3E35DDA67E3}"/>
          </ac:picMkLst>
        </pc:picChg>
      </pc:sldChg>
      <pc:sldChg chg="addSp modSp mod">
        <pc:chgData name="QUESADA CASTILLO RANDALL JOSUE" userId="b29aff0c-7e4a-4e11-b3dc-2798a24f161e" providerId="ADAL" clId="{7F2C15F9-14F4-41C9-A6D2-58022218BE9B}" dt="2026-03-13T01:08:08.421" v="1259" actId="1076"/>
        <pc:sldMkLst>
          <pc:docMk/>
          <pc:sldMk cId="3806661968" sldId="308"/>
        </pc:sldMkLst>
        <pc:spChg chg="mod">
          <ac:chgData name="QUESADA CASTILLO RANDALL JOSUE" userId="b29aff0c-7e4a-4e11-b3dc-2798a24f161e" providerId="ADAL" clId="{7F2C15F9-14F4-41C9-A6D2-58022218BE9B}" dt="2026-03-13T01:03:39.115" v="1250" actId="123"/>
          <ac:spMkLst>
            <pc:docMk/>
            <pc:sldMk cId="3806661968" sldId="308"/>
            <ac:spMk id="3" creationId="{DFE462CC-DDB1-E042-82CB-3E38D03DA393}"/>
          </ac:spMkLst>
        </pc:spChg>
        <pc:spChg chg="add mod">
          <ac:chgData name="QUESADA CASTILLO RANDALL JOSUE" userId="b29aff0c-7e4a-4e11-b3dc-2798a24f161e" providerId="ADAL" clId="{7F2C15F9-14F4-41C9-A6D2-58022218BE9B}" dt="2026-03-13T01:06:48.432" v="1256" actId="14100"/>
          <ac:spMkLst>
            <pc:docMk/>
            <pc:sldMk cId="3806661968" sldId="308"/>
            <ac:spMk id="4" creationId="{B4A60B4F-3187-302C-1F1F-505ACCDA64AC}"/>
          </ac:spMkLst>
        </pc:spChg>
        <pc:spChg chg="mod">
          <ac:chgData name="QUESADA CASTILLO RANDALL JOSUE" userId="b29aff0c-7e4a-4e11-b3dc-2798a24f161e" providerId="ADAL" clId="{7F2C15F9-14F4-41C9-A6D2-58022218BE9B}" dt="2026-03-13T01:08:08.421" v="1259" actId="1076"/>
          <ac:spMkLst>
            <pc:docMk/>
            <pc:sldMk cId="3806661968" sldId="308"/>
            <ac:spMk id="6" creationId="{249EE2E9-9F11-1B40-28E3-35429DD970A6}"/>
          </ac:spMkLst>
        </pc:spChg>
      </pc:sldChg>
      <pc:sldChg chg="modSp mod">
        <pc:chgData name="QUESADA CASTILLO RANDALL JOSUE" userId="b29aff0c-7e4a-4e11-b3dc-2798a24f161e" providerId="ADAL" clId="{7F2C15F9-14F4-41C9-A6D2-58022218BE9B}" dt="2026-03-13T01:09:04.622" v="1275" actId="1076"/>
        <pc:sldMkLst>
          <pc:docMk/>
          <pc:sldMk cId="1346796032" sldId="309"/>
        </pc:sldMkLst>
        <pc:spChg chg="mod">
          <ac:chgData name="QUESADA CASTILLO RANDALL JOSUE" userId="b29aff0c-7e4a-4e11-b3dc-2798a24f161e" providerId="ADAL" clId="{7F2C15F9-14F4-41C9-A6D2-58022218BE9B}" dt="2026-03-13T01:09:04.622" v="1275" actId="1076"/>
          <ac:spMkLst>
            <pc:docMk/>
            <pc:sldMk cId="1346796032" sldId="309"/>
            <ac:spMk id="3" creationId="{992AFD97-F690-AB0D-092A-AAEFCC81F739}"/>
          </ac:spMkLst>
        </pc:spChg>
        <pc:spChg chg="mod">
          <ac:chgData name="QUESADA CASTILLO RANDALL JOSUE" userId="b29aff0c-7e4a-4e11-b3dc-2798a24f161e" providerId="ADAL" clId="{7F2C15F9-14F4-41C9-A6D2-58022218BE9B}" dt="2026-03-13T01:08:54.372" v="1272" actId="20577"/>
          <ac:spMkLst>
            <pc:docMk/>
            <pc:sldMk cId="1346796032" sldId="309"/>
            <ac:spMk id="6" creationId="{F29B9EF8-1432-EE5A-17CE-67C73773C67C}"/>
          </ac:spMkLst>
        </pc:spChg>
      </pc:sldChg>
      <pc:sldChg chg="delSp modSp mod">
        <pc:chgData name="QUESADA CASTILLO RANDALL JOSUE" userId="b29aff0c-7e4a-4e11-b3dc-2798a24f161e" providerId="ADAL" clId="{7F2C15F9-14F4-41C9-A6D2-58022218BE9B}" dt="2026-03-13T18:06:58.797" v="1560" actId="20577"/>
        <pc:sldMkLst>
          <pc:docMk/>
          <pc:sldMk cId="2385667621" sldId="310"/>
        </pc:sldMkLst>
        <pc:spChg chg="mod">
          <ac:chgData name="QUESADA CASTILLO RANDALL JOSUE" userId="b29aff0c-7e4a-4e11-b3dc-2798a24f161e" providerId="ADAL" clId="{7F2C15F9-14F4-41C9-A6D2-58022218BE9B}" dt="2026-03-13T18:06:58.797" v="1560" actId="20577"/>
          <ac:spMkLst>
            <pc:docMk/>
            <pc:sldMk cId="2385667621" sldId="310"/>
            <ac:spMk id="3" creationId="{E1168A5B-68CC-F7A6-2D3C-85B22F71A263}"/>
          </ac:spMkLst>
        </pc:spChg>
        <pc:spChg chg="mod">
          <ac:chgData name="QUESADA CASTILLO RANDALL JOSUE" userId="b29aff0c-7e4a-4e11-b3dc-2798a24f161e" providerId="ADAL" clId="{7F2C15F9-14F4-41C9-A6D2-58022218BE9B}" dt="2026-03-13T01:16:01.888" v="1445" actId="1076"/>
          <ac:spMkLst>
            <pc:docMk/>
            <pc:sldMk cId="2385667621" sldId="310"/>
            <ac:spMk id="6" creationId="{CA33F57F-E28E-BDE5-7295-009194F583FD}"/>
          </ac:spMkLst>
        </pc:spChg>
        <pc:graphicFrameChg chg="del">
          <ac:chgData name="QUESADA CASTILLO RANDALL JOSUE" userId="b29aff0c-7e4a-4e11-b3dc-2798a24f161e" providerId="ADAL" clId="{7F2C15F9-14F4-41C9-A6D2-58022218BE9B}" dt="2026-03-13T01:13:11.777" v="1431" actId="478"/>
          <ac:graphicFrameMkLst>
            <pc:docMk/>
            <pc:sldMk cId="2385667621" sldId="310"/>
            <ac:graphicFrameMk id="2" creationId="{D71A4054-2158-05AC-6193-7E012502EFD8}"/>
          </ac:graphicFrameMkLst>
        </pc:graphicFrameChg>
      </pc:sldChg>
      <pc:sldChg chg="del">
        <pc:chgData name="QUESADA CASTILLO RANDALL JOSUE" userId="b29aff0c-7e4a-4e11-b3dc-2798a24f161e" providerId="ADAL" clId="{7F2C15F9-14F4-41C9-A6D2-58022218BE9B}" dt="2026-03-13T01:15:22.895" v="1435" actId="47"/>
        <pc:sldMkLst>
          <pc:docMk/>
          <pc:sldMk cId="3776085068" sldId="311"/>
        </pc:sldMkLst>
      </pc:sldChg>
      <pc:sldChg chg="del">
        <pc:chgData name="QUESADA CASTILLO RANDALL JOSUE" userId="b29aff0c-7e4a-4e11-b3dc-2798a24f161e" providerId="ADAL" clId="{7F2C15F9-14F4-41C9-A6D2-58022218BE9B}" dt="2026-03-13T01:15:24.348" v="1436" actId="47"/>
        <pc:sldMkLst>
          <pc:docMk/>
          <pc:sldMk cId="4088665421" sldId="312"/>
        </pc:sldMkLst>
      </pc:sldChg>
      <pc:sldChg chg="del">
        <pc:chgData name="QUESADA CASTILLO RANDALL JOSUE" userId="b29aff0c-7e4a-4e11-b3dc-2798a24f161e" providerId="ADAL" clId="{7F2C15F9-14F4-41C9-A6D2-58022218BE9B}" dt="2026-03-13T01:15:25.534" v="1437" actId="47"/>
        <pc:sldMkLst>
          <pc:docMk/>
          <pc:sldMk cId="1328605334" sldId="313"/>
        </pc:sldMkLst>
      </pc:sldChg>
      <pc:sldChg chg="del">
        <pc:chgData name="QUESADA CASTILLO RANDALL JOSUE" userId="b29aff0c-7e4a-4e11-b3dc-2798a24f161e" providerId="ADAL" clId="{7F2C15F9-14F4-41C9-A6D2-58022218BE9B}" dt="2026-03-13T01:15:26.749" v="1438" actId="47"/>
        <pc:sldMkLst>
          <pc:docMk/>
          <pc:sldMk cId="2032884729" sldId="314"/>
        </pc:sldMkLst>
      </pc:sldChg>
      <pc:sldChg chg="del">
        <pc:chgData name="QUESADA CASTILLO RANDALL JOSUE" userId="b29aff0c-7e4a-4e11-b3dc-2798a24f161e" providerId="ADAL" clId="{7F2C15F9-14F4-41C9-A6D2-58022218BE9B}" dt="2026-03-13T01:15:28.015" v="1439" actId="47"/>
        <pc:sldMkLst>
          <pc:docMk/>
          <pc:sldMk cId="1242565936" sldId="315"/>
        </pc:sldMkLst>
      </pc:sldChg>
      <pc:sldChg chg="del">
        <pc:chgData name="QUESADA CASTILLO RANDALL JOSUE" userId="b29aff0c-7e4a-4e11-b3dc-2798a24f161e" providerId="ADAL" clId="{7F2C15F9-14F4-41C9-A6D2-58022218BE9B}" dt="2026-03-13T01:15:29.166" v="1440" actId="47"/>
        <pc:sldMkLst>
          <pc:docMk/>
          <pc:sldMk cId="3969761023" sldId="316"/>
        </pc:sldMkLst>
      </pc:sldChg>
      <pc:sldChg chg="del">
        <pc:chgData name="QUESADA CASTILLO RANDALL JOSUE" userId="b29aff0c-7e4a-4e11-b3dc-2798a24f161e" providerId="ADAL" clId="{7F2C15F9-14F4-41C9-A6D2-58022218BE9B}" dt="2026-03-13T01:15:30.248" v="1441" actId="47"/>
        <pc:sldMkLst>
          <pc:docMk/>
          <pc:sldMk cId="2940524289" sldId="317"/>
        </pc:sldMkLst>
      </pc:sldChg>
      <pc:sldChg chg="addSp delSp modSp add mod">
        <pc:chgData name="QUESADA CASTILLO RANDALL JOSUE" userId="b29aff0c-7e4a-4e11-b3dc-2798a24f161e" providerId="ADAL" clId="{7F2C15F9-14F4-41C9-A6D2-58022218BE9B}" dt="2026-03-13T00:56:21.497" v="992" actId="1076"/>
        <pc:sldMkLst>
          <pc:docMk/>
          <pc:sldMk cId="412626463" sldId="318"/>
        </pc:sldMkLst>
        <pc:spChg chg="del">
          <ac:chgData name="QUESADA CASTILLO RANDALL JOSUE" userId="b29aff0c-7e4a-4e11-b3dc-2798a24f161e" providerId="ADAL" clId="{7F2C15F9-14F4-41C9-A6D2-58022218BE9B}" dt="2026-03-13T00:54:12.642" v="952" actId="478"/>
          <ac:spMkLst>
            <pc:docMk/>
            <pc:sldMk cId="412626463" sldId="318"/>
            <ac:spMk id="3" creationId="{AFD10C26-4C65-902B-F7E0-91DF8CACEC6E}"/>
          </ac:spMkLst>
        </pc:spChg>
        <pc:spChg chg="add del mod">
          <ac:chgData name="QUESADA CASTILLO RANDALL JOSUE" userId="b29aff0c-7e4a-4e11-b3dc-2798a24f161e" providerId="ADAL" clId="{7F2C15F9-14F4-41C9-A6D2-58022218BE9B}" dt="2026-03-13T00:54:14.765" v="953" actId="478"/>
          <ac:spMkLst>
            <pc:docMk/>
            <pc:sldMk cId="412626463" sldId="318"/>
            <ac:spMk id="4" creationId="{4AC3A30A-87C9-AE37-A79C-23BE4731426B}"/>
          </ac:spMkLst>
        </pc:spChg>
        <pc:spChg chg="mod">
          <ac:chgData name="QUESADA CASTILLO RANDALL JOSUE" userId="b29aff0c-7e4a-4e11-b3dc-2798a24f161e" providerId="ADAL" clId="{7F2C15F9-14F4-41C9-A6D2-58022218BE9B}" dt="2026-03-13T00:54:18.134" v="955" actId="26606"/>
          <ac:spMkLst>
            <pc:docMk/>
            <pc:sldMk cId="412626463" sldId="318"/>
            <ac:spMk id="6" creationId="{FE7748B9-3C27-9D59-64DA-429D97034C7B}"/>
          </ac:spMkLst>
        </pc:spChg>
        <pc:graphicFrameChg chg="add mod modGraphic">
          <ac:chgData name="QUESADA CASTILLO RANDALL JOSUE" userId="b29aff0c-7e4a-4e11-b3dc-2798a24f161e" providerId="ADAL" clId="{7F2C15F9-14F4-41C9-A6D2-58022218BE9B}" dt="2026-03-13T00:55:42.420" v="977" actId="14734"/>
          <ac:graphicFrameMkLst>
            <pc:docMk/>
            <pc:sldMk cId="412626463" sldId="318"/>
            <ac:graphicFrameMk id="5" creationId="{B16BFBF0-E547-B469-4BD7-ED5E7FA85E7F}"/>
          </ac:graphicFrameMkLst>
        </pc:graphicFrameChg>
        <pc:picChg chg="add mod">
          <ac:chgData name="QUESADA CASTILLO RANDALL JOSUE" userId="b29aff0c-7e4a-4e11-b3dc-2798a24f161e" providerId="ADAL" clId="{7F2C15F9-14F4-41C9-A6D2-58022218BE9B}" dt="2026-03-13T00:55:47.123" v="982" actId="1076"/>
          <ac:picMkLst>
            <pc:docMk/>
            <pc:sldMk cId="412626463" sldId="318"/>
            <ac:picMk id="5122" creationId="{2F53E53A-9B56-43A4-DE54-CFF280E59426}"/>
          </ac:picMkLst>
        </pc:picChg>
        <pc:picChg chg="add">
          <ac:chgData name="QUESADA CASTILLO RANDALL JOSUE" userId="b29aff0c-7e4a-4e11-b3dc-2798a24f161e" providerId="ADAL" clId="{7F2C15F9-14F4-41C9-A6D2-58022218BE9B}" dt="2026-03-13T00:55:22.163" v="965"/>
          <ac:picMkLst>
            <pc:docMk/>
            <pc:sldMk cId="412626463" sldId="318"/>
            <ac:picMk id="5124" creationId="{0D196CF3-BCA0-423F-7D03-636ECBDE872E}"/>
          </ac:picMkLst>
        </pc:picChg>
        <pc:picChg chg="add mod">
          <ac:chgData name="QUESADA CASTILLO RANDALL JOSUE" userId="b29aff0c-7e4a-4e11-b3dc-2798a24f161e" providerId="ADAL" clId="{7F2C15F9-14F4-41C9-A6D2-58022218BE9B}" dt="2026-03-13T00:55:50.544" v="985" actId="1076"/>
          <ac:picMkLst>
            <pc:docMk/>
            <pc:sldMk cId="412626463" sldId="318"/>
            <ac:picMk id="5126" creationId="{2E03730C-EFAF-7D95-091F-2C625E0ED528}"/>
          </ac:picMkLst>
        </pc:picChg>
        <pc:picChg chg="add">
          <ac:chgData name="QUESADA CASTILLO RANDALL JOSUE" userId="b29aff0c-7e4a-4e11-b3dc-2798a24f161e" providerId="ADAL" clId="{7F2C15F9-14F4-41C9-A6D2-58022218BE9B}" dt="2026-03-13T00:56:04.277" v="986"/>
          <ac:picMkLst>
            <pc:docMk/>
            <pc:sldMk cId="412626463" sldId="318"/>
            <ac:picMk id="5128" creationId="{FE56C44F-5720-5EEF-35A0-E5598A652C09}"/>
          </ac:picMkLst>
        </pc:picChg>
        <pc:picChg chg="add">
          <ac:chgData name="QUESADA CASTILLO RANDALL JOSUE" userId="b29aff0c-7e4a-4e11-b3dc-2798a24f161e" providerId="ADAL" clId="{7F2C15F9-14F4-41C9-A6D2-58022218BE9B}" dt="2026-03-13T00:56:11.149" v="987"/>
          <ac:picMkLst>
            <pc:docMk/>
            <pc:sldMk cId="412626463" sldId="318"/>
            <ac:picMk id="5130" creationId="{26BD41AF-E173-B682-95E3-48955CEAC39D}"/>
          </ac:picMkLst>
        </pc:picChg>
        <pc:picChg chg="add mod">
          <ac:chgData name="QUESADA CASTILLO RANDALL JOSUE" userId="b29aff0c-7e4a-4e11-b3dc-2798a24f161e" providerId="ADAL" clId="{7F2C15F9-14F4-41C9-A6D2-58022218BE9B}" dt="2026-03-13T00:56:21.497" v="992" actId="1076"/>
          <ac:picMkLst>
            <pc:docMk/>
            <pc:sldMk cId="412626463" sldId="318"/>
            <ac:picMk id="5132" creationId="{F089D045-4F89-8CA4-3EE2-4C7696AA3FCB}"/>
          </ac:picMkLst>
        </pc:picChg>
      </pc:sldChg>
      <pc:sldChg chg="new del">
        <pc:chgData name="QUESADA CASTILLO RANDALL JOSUE" userId="b29aff0c-7e4a-4e11-b3dc-2798a24f161e" providerId="ADAL" clId="{7F2C15F9-14F4-41C9-A6D2-58022218BE9B}" dt="2026-03-13T00:49:46.420" v="848" actId="680"/>
        <pc:sldMkLst>
          <pc:docMk/>
          <pc:sldMk cId="1765319804" sldId="318"/>
        </pc:sldMkLst>
      </pc:sldChg>
      <pc:sldChg chg="modSp add del mod">
        <pc:chgData name="QUESADA CASTILLO RANDALL JOSUE" userId="b29aff0c-7e4a-4e11-b3dc-2798a24f161e" providerId="ADAL" clId="{7F2C15F9-14F4-41C9-A6D2-58022218BE9B}" dt="2026-03-13T00:57:24.836" v="1008"/>
        <pc:sldMkLst>
          <pc:docMk/>
          <pc:sldMk cId="193682583" sldId="319"/>
        </pc:sldMkLst>
        <pc:spChg chg="mod">
          <ac:chgData name="QUESADA CASTILLO RANDALL JOSUE" userId="b29aff0c-7e4a-4e11-b3dc-2798a24f161e" providerId="ADAL" clId="{7F2C15F9-14F4-41C9-A6D2-58022218BE9B}" dt="2026-03-13T00:57:24.484" v="1007" actId="20577"/>
          <ac:spMkLst>
            <pc:docMk/>
            <pc:sldMk cId="193682583" sldId="319"/>
            <ac:spMk id="6" creationId="{BB89BDBC-6D10-CDE4-D0DB-7D81EC0B054B}"/>
          </ac:spMkLst>
        </pc:spChg>
      </pc:sldChg>
      <pc:sldChg chg="addSp modSp add mod ord">
        <pc:chgData name="QUESADA CASTILLO RANDALL JOSUE" userId="b29aff0c-7e4a-4e11-b3dc-2798a24f161e" providerId="ADAL" clId="{7F2C15F9-14F4-41C9-A6D2-58022218BE9B}" dt="2026-03-13T00:57:55.602" v="1079" actId="20577"/>
        <pc:sldMkLst>
          <pc:docMk/>
          <pc:sldMk cId="3037743906" sldId="319"/>
        </pc:sldMkLst>
        <pc:spChg chg="add">
          <ac:chgData name="QUESADA CASTILLO RANDALL JOSUE" userId="b29aff0c-7e4a-4e11-b3dc-2798a24f161e" providerId="ADAL" clId="{7F2C15F9-14F4-41C9-A6D2-58022218BE9B}" dt="2026-03-13T00:57:41.951" v="1041"/>
          <ac:spMkLst>
            <pc:docMk/>
            <pc:sldMk cId="3037743906" sldId="319"/>
            <ac:spMk id="2" creationId="{FBABB640-CDCC-5432-E585-E257A5BB7B7D}"/>
          </ac:spMkLst>
        </pc:spChg>
        <pc:spChg chg="mod">
          <ac:chgData name="QUESADA CASTILLO RANDALL JOSUE" userId="b29aff0c-7e4a-4e11-b3dc-2798a24f161e" providerId="ADAL" clId="{7F2C15F9-14F4-41C9-A6D2-58022218BE9B}" dt="2026-03-13T00:57:55.602" v="1079" actId="20577"/>
          <ac:spMkLst>
            <pc:docMk/>
            <pc:sldMk cId="3037743906" sldId="319"/>
            <ac:spMk id="3" creationId="{F09134E6-C8F0-E2B5-1C9F-1F9B56DA1581}"/>
          </ac:spMkLst>
        </pc:spChg>
        <pc:spChg chg="mod">
          <ac:chgData name="QUESADA CASTILLO RANDALL JOSUE" userId="b29aff0c-7e4a-4e11-b3dc-2798a24f161e" providerId="ADAL" clId="{7F2C15F9-14F4-41C9-A6D2-58022218BE9B}" dt="2026-03-13T00:57:35.567" v="1040" actId="20577"/>
          <ac:spMkLst>
            <pc:docMk/>
            <pc:sldMk cId="3037743906" sldId="319"/>
            <ac:spMk id="6" creationId="{D24C08E5-4861-D45F-D36C-3D120280CA8D}"/>
          </ac:spMkLst>
        </pc:spChg>
      </pc:sldChg>
      <pc:sldChg chg="delSp modSp add mod modClrScheme chgLayout">
        <pc:chgData name="QUESADA CASTILLO RANDALL JOSUE" userId="b29aff0c-7e4a-4e11-b3dc-2798a24f161e" providerId="ADAL" clId="{7F2C15F9-14F4-41C9-A6D2-58022218BE9B}" dt="2026-03-13T01:08:35.870" v="1268" actId="26606"/>
        <pc:sldMkLst>
          <pc:docMk/>
          <pc:sldMk cId="2439536905" sldId="320"/>
        </pc:sldMkLst>
        <pc:spChg chg="mod">
          <ac:chgData name="QUESADA CASTILLO RANDALL JOSUE" userId="b29aff0c-7e4a-4e11-b3dc-2798a24f161e" providerId="ADAL" clId="{7F2C15F9-14F4-41C9-A6D2-58022218BE9B}" dt="2026-03-13T01:08:35.870" v="1268" actId="26606"/>
          <ac:spMkLst>
            <pc:docMk/>
            <pc:sldMk cId="2439536905" sldId="320"/>
            <ac:spMk id="3" creationId="{007F4ECA-C6AE-831B-7164-A40A8D7EA4FC}"/>
          </ac:spMkLst>
        </pc:spChg>
        <pc:spChg chg="del mod">
          <ac:chgData name="QUESADA CASTILLO RANDALL JOSUE" userId="b29aff0c-7e4a-4e11-b3dc-2798a24f161e" providerId="ADAL" clId="{7F2C15F9-14F4-41C9-A6D2-58022218BE9B}" dt="2026-03-13T01:08:21.046" v="1266" actId="478"/>
          <ac:spMkLst>
            <pc:docMk/>
            <pc:sldMk cId="2439536905" sldId="320"/>
            <ac:spMk id="4" creationId="{A44EFC39-B20C-EC77-DDD7-5386178FB0A3}"/>
          </ac:spMkLst>
        </pc:spChg>
        <pc:spChg chg="mod">
          <ac:chgData name="QUESADA CASTILLO RANDALL JOSUE" userId="b29aff0c-7e4a-4e11-b3dc-2798a24f161e" providerId="ADAL" clId="{7F2C15F9-14F4-41C9-A6D2-58022218BE9B}" dt="2026-03-13T01:08:35.870" v="1268" actId="26606"/>
          <ac:spMkLst>
            <pc:docMk/>
            <pc:sldMk cId="2439536905" sldId="320"/>
            <ac:spMk id="6" creationId="{232DB07D-B646-34F6-E9BC-8FFAF08836C1}"/>
          </ac:spMkLst>
        </pc:spChg>
      </pc:sldChg>
      <pc:sldChg chg="modSp add">
        <pc:chgData name="QUESADA CASTILLO RANDALL JOSUE" userId="b29aff0c-7e4a-4e11-b3dc-2798a24f161e" providerId="ADAL" clId="{7F2C15F9-14F4-41C9-A6D2-58022218BE9B}" dt="2026-03-13T01:09:14.093" v="1277"/>
        <pc:sldMkLst>
          <pc:docMk/>
          <pc:sldMk cId="1309575812" sldId="321"/>
        </pc:sldMkLst>
        <pc:spChg chg="mod">
          <ac:chgData name="QUESADA CASTILLO RANDALL JOSUE" userId="b29aff0c-7e4a-4e11-b3dc-2798a24f161e" providerId="ADAL" clId="{7F2C15F9-14F4-41C9-A6D2-58022218BE9B}" dt="2026-03-13T01:09:14.093" v="1277"/>
          <ac:spMkLst>
            <pc:docMk/>
            <pc:sldMk cId="1309575812" sldId="321"/>
            <ac:spMk id="3" creationId="{6843A33E-0B75-5D90-0503-119ACCDB443C}"/>
          </ac:spMkLst>
        </pc:spChg>
      </pc:sldChg>
      <pc:sldChg chg="modSp add">
        <pc:chgData name="QUESADA CASTILLO RANDALL JOSUE" userId="b29aff0c-7e4a-4e11-b3dc-2798a24f161e" providerId="ADAL" clId="{7F2C15F9-14F4-41C9-A6D2-58022218BE9B}" dt="2026-03-13T01:09:22.213" v="1279"/>
        <pc:sldMkLst>
          <pc:docMk/>
          <pc:sldMk cId="2721520784" sldId="322"/>
        </pc:sldMkLst>
        <pc:spChg chg="mod">
          <ac:chgData name="QUESADA CASTILLO RANDALL JOSUE" userId="b29aff0c-7e4a-4e11-b3dc-2798a24f161e" providerId="ADAL" clId="{7F2C15F9-14F4-41C9-A6D2-58022218BE9B}" dt="2026-03-13T01:09:22.213" v="1279"/>
          <ac:spMkLst>
            <pc:docMk/>
            <pc:sldMk cId="2721520784" sldId="322"/>
            <ac:spMk id="3" creationId="{F9AFCF9B-5237-1F8D-1C5E-38DF80A170F6}"/>
          </ac:spMkLst>
        </pc:spChg>
      </pc:sldChg>
      <pc:sldChg chg="modSp add">
        <pc:chgData name="QUESADA CASTILLO RANDALL JOSUE" userId="b29aff0c-7e4a-4e11-b3dc-2798a24f161e" providerId="ADAL" clId="{7F2C15F9-14F4-41C9-A6D2-58022218BE9B}" dt="2026-03-13T01:09:32.151" v="1281"/>
        <pc:sldMkLst>
          <pc:docMk/>
          <pc:sldMk cId="795065714" sldId="323"/>
        </pc:sldMkLst>
        <pc:spChg chg="mod">
          <ac:chgData name="QUESADA CASTILLO RANDALL JOSUE" userId="b29aff0c-7e4a-4e11-b3dc-2798a24f161e" providerId="ADAL" clId="{7F2C15F9-14F4-41C9-A6D2-58022218BE9B}" dt="2026-03-13T01:09:32.151" v="1281"/>
          <ac:spMkLst>
            <pc:docMk/>
            <pc:sldMk cId="795065714" sldId="323"/>
            <ac:spMk id="3" creationId="{CBAC9461-1A47-8903-3955-00AC563CCCFE}"/>
          </ac:spMkLst>
        </pc:spChg>
      </pc:sldChg>
      <pc:sldChg chg="modSp add mod">
        <pc:chgData name="QUESADA CASTILLO RANDALL JOSUE" userId="b29aff0c-7e4a-4e11-b3dc-2798a24f161e" providerId="ADAL" clId="{7F2C15F9-14F4-41C9-A6D2-58022218BE9B}" dt="2026-03-13T01:10:59.940" v="1290" actId="108"/>
        <pc:sldMkLst>
          <pc:docMk/>
          <pc:sldMk cId="2170166730" sldId="324"/>
        </pc:sldMkLst>
        <pc:spChg chg="mod">
          <ac:chgData name="QUESADA CASTILLO RANDALL JOSUE" userId="b29aff0c-7e4a-4e11-b3dc-2798a24f161e" providerId="ADAL" clId="{7F2C15F9-14F4-41C9-A6D2-58022218BE9B}" dt="2026-03-13T01:10:59.940" v="1290" actId="108"/>
          <ac:spMkLst>
            <pc:docMk/>
            <pc:sldMk cId="2170166730" sldId="324"/>
            <ac:spMk id="3" creationId="{775E586D-F5F5-5CD8-D125-DA190981A5AB}"/>
          </ac:spMkLst>
        </pc:spChg>
        <pc:spChg chg="mod">
          <ac:chgData name="QUESADA CASTILLO RANDALL JOSUE" userId="b29aff0c-7e4a-4e11-b3dc-2798a24f161e" providerId="ADAL" clId="{7F2C15F9-14F4-41C9-A6D2-58022218BE9B}" dt="2026-03-13T01:10:11.951" v="1286" actId="20577"/>
          <ac:spMkLst>
            <pc:docMk/>
            <pc:sldMk cId="2170166730" sldId="324"/>
            <ac:spMk id="6" creationId="{33A6B70D-9BD6-C606-A073-9BAC8C86B71F}"/>
          </ac:spMkLst>
        </pc:spChg>
      </pc:sldChg>
      <pc:sldChg chg="addSp delSp modSp add mod">
        <pc:chgData name="QUESADA CASTILLO RANDALL JOSUE" userId="b29aff0c-7e4a-4e11-b3dc-2798a24f161e" providerId="ADAL" clId="{7F2C15F9-14F4-41C9-A6D2-58022218BE9B}" dt="2026-03-13T01:11:48.882" v="1302" actId="1076"/>
        <pc:sldMkLst>
          <pc:docMk/>
          <pc:sldMk cId="2198051078" sldId="325"/>
        </pc:sldMkLst>
        <pc:spChg chg="del mod">
          <ac:chgData name="QUESADA CASTILLO RANDALL JOSUE" userId="b29aff0c-7e4a-4e11-b3dc-2798a24f161e" providerId="ADAL" clId="{7F2C15F9-14F4-41C9-A6D2-58022218BE9B}" dt="2026-03-13T01:11:42.223" v="1295" actId="478"/>
          <ac:spMkLst>
            <pc:docMk/>
            <pc:sldMk cId="2198051078" sldId="325"/>
            <ac:spMk id="3" creationId="{5B9743EB-3B7B-E417-0F2C-8F71FC7CAC32}"/>
          </ac:spMkLst>
        </pc:spChg>
        <pc:picChg chg="add mod">
          <ac:chgData name="QUESADA CASTILLO RANDALL JOSUE" userId="b29aff0c-7e4a-4e11-b3dc-2798a24f161e" providerId="ADAL" clId="{7F2C15F9-14F4-41C9-A6D2-58022218BE9B}" dt="2026-03-13T01:11:48.882" v="1302" actId="1076"/>
          <ac:picMkLst>
            <pc:docMk/>
            <pc:sldMk cId="2198051078" sldId="325"/>
            <ac:picMk id="4" creationId="{25C6827C-2636-160F-7A8C-BAFE719301A9}"/>
          </ac:picMkLst>
        </pc:picChg>
      </pc:sldChg>
      <pc:sldChg chg="addSp modSp add mod ord">
        <pc:chgData name="QUESADA CASTILLO RANDALL JOSUE" userId="b29aff0c-7e4a-4e11-b3dc-2798a24f161e" providerId="ADAL" clId="{7F2C15F9-14F4-41C9-A6D2-58022218BE9B}" dt="2026-03-13T01:12:39.528" v="1419" actId="20577"/>
        <pc:sldMkLst>
          <pc:docMk/>
          <pc:sldMk cId="2610674595" sldId="326"/>
        </pc:sldMkLst>
        <pc:spChg chg="add">
          <ac:chgData name="QUESADA CASTILLO RANDALL JOSUE" userId="b29aff0c-7e4a-4e11-b3dc-2798a24f161e" providerId="ADAL" clId="{7F2C15F9-14F4-41C9-A6D2-58022218BE9B}" dt="2026-03-13T01:12:19.565" v="1315"/>
          <ac:spMkLst>
            <pc:docMk/>
            <pc:sldMk cId="2610674595" sldId="326"/>
            <ac:spMk id="2" creationId="{92F29C80-F7AB-7D33-3409-7780DA7A46AC}"/>
          </ac:spMkLst>
        </pc:spChg>
        <pc:spChg chg="mod">
          <ac:chgData name="QUESADA CASTILLO RANDALL JOSUE" userId="b29aff0c-7e4a-4e11-b3dc-2798a24f161e" providerId="ADAL" clId="{7F2C15F9-14F4-41C9-A6D2-58022218BE9B}" dt="2026-03-13T01:12:39.528" v="1419" actId="20577"/>
          <ac:spMkLst>
            <pc:docMk/>
            <pc:sldMk cId="2610674595" sldId="326"/>
            <ac:spMk id="3" creationId="{AF276C7C-C278-C014-7623-05586AC551AB}"/>
          </ac:spMkLst>
        </pc:spChg>
      </pc:sldChg>
      <pc:sldChg chg="modSp add mod">
        <pc:chgData name="QUESADA CASTILLO RANDALL JOSUE" userId="b29aff0c-7e4a-4e11-b3dc-2798a24f161e" providerId="ADAL" clId="{7F2C15F9-14F4-41C9-A6D2-58022218BE9B}" dt="2026-03-13T18:01:51.107" v="1456" actId="27636"/>
        <pc:sldMkLst>
          <pc:docMk/>
          <pc:sldMk cId="2657057585" sldId="327"/>
        </pc:sldMkLst>
        <pc:spChg chg="mod">
          <ac:chgData name="QUESADA CASTILLO RANDALL JOSUE" userId="b29aff0c-7e4a-4e11-b3dc-2798a24f161e" providerId="ADAL" clId="{7F2C15F9-14F4-41C9-A6D2-58022218BE9B}" dt="2026-03-13T18:01:51.107" v="1456" actId="27636"/>
          <ac:spMkLst>
            <pc:docMk/>
            <pc:sldMk cId="2657057585" sldId="327"/>
            <ac:spMk id="3" creationId="{12478507-E35B-8871-76A9-715BE073019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DD7406EE-1E5E-4394-B508-934A428A455A}" type="datetime1">
              <a:rPr lang="es-ES" smtClean="0"/>
              <a:t>19/05/2026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AFF3A6F-DEFA-45E0-9496-BEE7C2C6F3D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920ADD3C-FF21-4216-9D7A-8A22E020B1F0}" type="datetime1">
              <a:rPr lang="es-ES" smtClean="0"/>
              <a:t>19/05/2026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F97DC217-DF71-1A49-B3EA-559F1F43B0F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rtlCol="0" anchor="b">
            <a:noAutofit/>
          </a:bodyPr>
          <a:lstStyle>
            <a:lvl1pPr algn="l"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>
                <a:latin typeface="+mn-lt"/>
              </a:endParaRPr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 rtlCol="0">
            <a:normAutofit/>
          </a:bodyPr>
          <a:lstStyle>
            <a:lvl1pPr marL="0" indent="0">
              <a:buNone/>
              <a:defRPr lang="es-ES">
                <a:latin typeface="+mn-lt"/>
              </a:defRPr>
            </a:lvl1pPr>
            <a:lvl2pPr marL="457200" indent="0">
              <a:buNone/>
              <a:defRPr lang="es-ES">
                <a:latin typeface="+mn-lt"/>
              </a:defRPr>
            </a:lvl2pPr>
            <a:lvl3pPr marL="914400" indent="0">
              <a:buNone/>
              <a:defRPr lang="es-ES">
                <a:latin typeface="+mn-lt"/>
              </a:defRPr>
            </a:lvl3pPr>
            <a:lvl4pPr marL="1371600" indent="0">
              <a:buNone/>
              <a:defRPr lang="es-ES">
                <a:latin typeface="+mn-lt"/>
              </a:defRPr>
            </a:lvl4pPr>
            <a:lvl5pPr marL="1828800" indent="0">
              <a:buNone/>
              <a:defRPr lang="es-ES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imagen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>
                <a:latin typeface="+mn-lt"/>
              </a:endParaRPr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rtlCol="0" anchor="ctr" anchorCtr="0">
            <a:noAutofit/>
          </a:bodyPr>
          <a:lstStyle>
            <a:lvl1pPr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imagen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>
                <a:latin typeface="+mn-lt"/>
              </a:endParaRPr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rtlCol="0" anchor="b" anchorCtr="0">
            <a:noAutofit/>
          </a:bodyPr>
          <a:lstStyle>
            <a:lvl1pPr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rtlCol="0" anchor="t" anchorCtr="0">
            <a:noAutofit/>
          </a:bodyPr>
          <a:lstStyle>
            <a:lvl1pPr marL="0" indent="0" algn="l">
              <a:buNone/>
              <a:defRPr lang="es-ES" sz="3200">
                <a:latin typeface="+mn-lt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 rtlCol="0"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es-ES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rtlCol="0" anchor="b">
            <a:noAutofit/>
          </a:bodyPr>
          <a:lstStyle>
            <a:lvl1pPr algn="l">
              <a:defRPr lang="es-ES"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rtlCol="0" anchor="ctr" anchorCtr="0">
            <a:noAutofit/>
          </a:bodyPr>
          <a:lstStyle>
            <a:lvl1pPr marL="0" indent="0" algn="l">
              <a:buNone/>
              <a:defRPr lang="es-ES"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en 2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es-ES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es-ES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2 conteni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rtlCol="0" anchor="b">
            <a:noAutofit/>
          </a:bodyPr>
          <a:lstStyle>
            <a:lvl1pPr>
              <a:defRPr lang="es-ES" sz="42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lang="es-ES"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lang="es-ES"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lang="es-ES"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lang="es-ES"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lang="es-ES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es-ES"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áfico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 lang="es-ES">
                <a:latin typeface="+mn-lt"/>
              </a:defRPr>
            </a:lvl1pPr>
            <a:lvl2pPr marL="457200" indent="0">
              <a:buNone/>
              <a:defRPr lang="es-ES">
                <a:latin typeface="+mn-lt"/>
              </a:defRPr>
            </a:lvl2pPr>
            <a:lvl3pPr marL="914400" indent="0">
              <a:buNone/>
              <a:defRPr lang="es-ES">
                <a:latin typeface="+mn-lt"/>
              </a:defRPr>
            </a:lvl3pPr>
            <a:lvl4pPr marL="1371600" indent="0">
              <a:buNone/>
              <a:defRPr lang="es-ES">
                <a:latin typeface="+mn-lt"/>
              </a:defRPr>
            </a:lvl4pPr>
            <a:lvl5pPr marL="1828800" indent="0">
              <a:buNone/>
              <a:defRPr lang="es-ES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inalizar diaposi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rtlCol="0" anchor="b">
            <a:noAutofit/>
          </a:bodyPr>
          <a:lstStyle>
            <a:lvl1pPr algn="l"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rtlCol="0" anchor="t" anchorCtr="0">
            <a:normAutofit/>
          </a:bodyPr>
          <a:lstStyle>
            <a:lvl1pPr marL="0" indent="0" algn="l">
              <a:buNone/>
              <a:defRPr lang="es-ES" sz="2800">
                <a:latin typeface="+mn-lt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457200"/>
            <a:ext cx="5120640" cy="3200400"/>
          </a:xfrm>
        </p:spPr>
        <p:txBody>
          <a:bodyPr vert="horz" lIns="91440" tIns="45720" rIns="91440" bIns="45720" rtlCol="0" anchor="b" anchorCtr="0">
            <a:normAutofit/>
          </a:bodyPr>
          <a:lstStyle>
            <a:defPPr>
              <a:defRPr lang="es-ES"/>
            </a:defPPr>
          </a:lstStyle>
          <a:p>
            <a:r>
              <a:rPr lang="es-ES" sz="5600" b="1" kern="1200" dirty="0">
                <a:latin typeface="+mj-lt"/>
                <a:ea typeface="+mj-ea"/>
                <a:cs typeface="+mj-cs"/>
              </a:rPr>
              <a:t>IF-5100 Administración de bases de datos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EBB6FD5-CB11-15FB-6E4D-07CBED073A57}"/>
              </a:ext>
            </a:extLst>
          </p:cNvPr>
          <p:cNvSpPr txBox="1">
            <a:spLocks/>
          </p:cNvSpPr>
          <p:nvPr/>
        </p:nvSpPr>
        <p:spPr>
          <a:xfrm>
            <a:off x="5943598" y="3657600"/>
            <a:ext cx="5120640" cy="69333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s-E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ES" sz="3200" kern="1200" dirty="0">
                <a:latin typeface="+mn-lt"/>
                <a:ea typeface="+mn-ea"/>
                <a:cs typeface="+mn-cs"/>
              </a:rPr>
              <a:t>Informática Empresarial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85BB1439-1C28-4247-0ABD-061B539049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238" y="1167543"/>
            <a:ext cx="4500562" cy="4500562"/>
          </a:xfrm>
          <a:prstGeom prst="ellipse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BBC0F21F-D25A-E60F-B9DD-8D1C7B7203FF}"/>
              </a:ext>
            </a:extLst>
          </p:cNvPr>
          <p:cNvSpPr txBox="1">
            <a:spLocks/>
          </p:cNvSpPr>
          <p:nvPr/>
        </p:nvSpPr>
        <p:spPr>
          <a:xfrm>
            <a:off x="5943598" y="4211934"/>
            <a:ext cx="5120640" cy="69333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2500"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s-E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ES" sz="3200" kern="1200" dirty="0">
                <a:latin typeface="+mn-lt"/>
                <a:ea typeface="+mn-ea"/>
                <a:cs typeface="+mn-cs"/>
              </a:rPr>
              <a:t>Inyección SQL, </a:t>
            </a:r>
            <a:r>
              <a:rPr lang="es-ES" sz="3200" kern="1200" dirty="0" err="1">
                <a:latin typeface="+mn-lt"/>
                <a:ea typeface="+mn-ea"/>
                <a:cs typeface="+mn-cs"/>
              </a:rPr>
              <a:t>SPs</a:t>
            </a:r>
            <a:r>
              <a:rPr lang="es-ES" sz="3200" kern="1200" dirty="0">
                <a:latin typeface="+mn-lt"/>
                <a:ea typeface="+mn-ea"/>
                <a:cs typeface="+mn-cs"/>
              </a:rPr>
              <a:t>, Funciones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 la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Comprender qué es SQL Injection y cómo afecta a las bases de datos.</a:t>
            </a:r>
          </a:p>
          <a:p>
            <a:pPr>
              <a:defRPr sz="1600"/>
            </a:pPr>
            <a:r>
              <a:t>Identificar vulnerabilidades comunes en aplicaciones conectadas a SQL Server.</a:t>
            </a:r>
          </a:p>
          <a:p>
            <a:pPr>
              <a:defRPr sz="1600"/>
            </a:pPr>
            <a:r>
              <a:t>Implementar Stored Procedures con parámetros y manejo de errores.</a:t>
            </a:r>
          </a:p>
          <a:p>
            <a:pPr>
              <a:defRPr sz="1600"/>
            </a:pPr>
            <a:r>
              <a:t>Comprender las diferencias entre Stored Procedures y funciones.</a:t>
            </a:r>
          </a:p>
          <a:p>
            <a:pPr>
              <a:defRPr sz="1600"/>
            </a:pPr>
            <a:r>
              <a:t>Aplicar buenas prácticas de seguridad en bases de datos.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SQL Injection?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La Inyección SQL (SQL Injection) es una vulnerabilidad de seguridad que ocurre cuando una aplicación construye consultas SQL utilizando información ingresada por el usuario sin validarla correctamente.</a:t>
            </a:r>
          </a:p>
          <a:p>
            <a:pPr>
              <a:defRPr sz="1600"/>
            </a:pPr>
            <a:r>
              <a:t>Esto permite que un atacante inserte instrucciones SQL maliciosas dentro de una consulta legítima.</a:t>
            </a:r>
          </a:p>
          <a:p>
            <a:pPr>
              <a:defRPr sz="1600"/>
            </a:pPr>
            <a:r>
              <a:t>La base de datos interpreta la entrada del usuario como código SQL ejecutable y no únicamente como datos.</a:t>
            </a:r>
          </a:p>
          <a:p>
            <a:pPr>
              <a:defRPr sz="1600"/>
            </a:pPr>
            <a:r>
              <a:t>Es considerada una de las vulnerabilidades más críticas en aplicaciones conectadas a bases de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¿Cómo ocurre SQL Injection?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Generalmente ocurre cuando los desarrolladores concatenan texto directamente dentro de consultas SQL.</a:t>
            </a:r>
          </a:p>
          <a:p>
            <a:pPr>
              <a:defRPr sz="1600"/>
            </a:pPr>
            <a:r>
              <a:t>Las entradas de formularios, logins y filtros pueden ser manipuladas.</a:t>
            </a:r>
          </a:p>
          <a:p>
            <a:pPr>
              <a:defRPr sz="1600"/>
            </a:pPr>
            <a:r>
              <a:t>El atacante utiliza operadores lógicos, comentarios SQL y consultas dinámicas para alterar el comportamiento esperado.</a:t>
            </a:r>
          </a:p>
          <a:p>
            <a:pPr>
              <a:defRPr sz="1600"/>
            </a:pPr>
            <a:r>
              <a:t>La falta de validación y parametrización aumenta significativamente el riesgo de ataque.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Vulnerable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DECLARE @sql VARCHAR(MAX)</a:t>
            </a:r>
          </a:p>
          <a:p>
            <a:pPr>
              <a:defRPr sz="1600"/>
            </a:pPr>
            <a:r>
              <a:rPr dirty="0"/>
              <a:t>DECLARE @usuario VARCHAR(50) = '</a:t>
            </a:r>
            <a:r>
              <a:rPr dirty="0" err="1"/>
              <a:t>admin</a:t>
            </a:r>
            <a:r>
              <a:rPr dirty="0"/>
              <a:t>'</a:t>
            </a:r>
          </a:p>
          <a:p>
            <a:pPr>
              <a:defRPr sz="1600"/>
            </a:pPr>
            <a:r>
              <a:rPr dirty="0"/>
              <a:t>DECLARE @clave VARCHAR(50) = ''' OR 1=1 --'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SET @sql =</a:t>
            </a:r>
          </a:p>
          <a:p>
            <a:pPr>
              <a:defRPr sz="1600"/>
            </a:pPr>
            <a:r>
              <a:rPr dirty="0"/>
              <a:t>'SELECT * FROM Usuarios WHERE Usuario = ''' + @usuario +</a:t>
            </a:r>
          </a:p>
          <a:p>
            <a:pPr>
              <a:defRPr sz="1600"/>
            </a:pPr>
            <a:r>
              <a:rPr dirty="0"/>
              <a:t>''' AND Clave = ''' + @clave + ''''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EXEC(@sql)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 del Ataque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SELECT * FROM Usuarios</a:t>
            </a:r>
          </a:p>
          <a:p>
            <a:pPr>
              <a:defRPr sz="1600"/>
            </a:pPr>
            <a:r>
              <a:t>WHERE Usuario = 'admin'</a:t>
            </a:r>
          </a:p>
          <a:p>
            <a:pPr>
              <a:defRPr sz="1600"/>
            </a:pPr>
            <a:r>
              <a:t>AND Clave = '' OR 1=1 --'</a:t>
            </a:r>
          </a:p>
          <a:p>
            <a:pPr>
              <a:defRPr sz="1600"/>
            </a:pPr>
            <a:endParaRPr/>
          </a:p>
          <a:p>
            <a:pPr>
              <a:defRPr sz="1600"/>
            </a:pPr>
            <a:r>
              <a:t>La condición OR 1=1 siempre es verdadera.</a:t>
            </a:r>
          </a:p>
          <a:p>
            <a:pPr>
              <a:defRPr sz="1600"/>
            </a:pPr>
            <a:r>
              <a:t>El comentario -- ignora el resto del query.</a:t>
            </a:r>
          </a:p>
          <a:p>
            <a:pPr>
              <a:defRPr sz="1600"/>
            </a:pPr>
            <a:r>
              <a:t>El atacante puede acceder sin conocer la contraseña.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Riesgos de SQL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Robo de información confidencial.</a:t>
            </a:r>
          </a:p>
          <a:p>
            <a:pPr>
              <a:defRPr sz="1600"/>
            </a:pPr>
            <a:r>
              <a:t>Eliminación de tablas y registros.</a:t>
            </a:r>
          </a:p>
          <a:p>
            <a:pPr>
              <a:defRPr sz="1600"/>
            </a:pPr>
            <a:r>
              <a:t>Modificación de datos críticos.</a:t>
            </a:r>
          </a:p>
          <a:p>
            <a:pPr>
              <a:defRPr sz="1600"/>
            </a:pPr>
            <a:r>
              <a:t>Acceso no autorizado.</a:t>
            </a:r>
          </a:p>
          <a:p>
            <a:pPr>
              <a:defRPr sz="1600"/>
            </a:pPr>
            <a:r>
              <a:t>Escalamiento de privilegios.</a:t>
            </a:r>
          </a:p>
          <a:p>
            <a:pPr>
              <a:defRPr sz="1600"/>
            </a:pPr>
            <a:r>
              <a:t>Compromiso total de la base de datos.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Prevención de SQL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Utilizar consultas parametrizadas.</a:t>
            </a:r>
          </a:p>
          <a:p>
            <a:pPr>
              <a:defRPr sz="1600"/>
            </a:pPr>
            <a:r>
              <a:t>Implementar Stored Procedures.</a:t>
            </a:r>
          </a:p>
          <a:p>
            <a:pPr>
              <a:defRPr sz="1600"/>
            </a:pPr>
            <a:r>
              <a:t>Validar entradas de usuario.</a:t>
            </a:r>
          </a:p>
          <a:p>
            <a:pPr>
              <a:defRPr sz="1600"/>
            </a:pPr>
            <a:r>
              <a:t>Aplicar principio de mínimo privilegio.</a:t>
            </a:r>
          </a:p>
          <a:p>
            <a:pPr>
              <a:defRPr sz="1600"/>
            </a:pPr>
            <a:r>
              <a:t>Evitar SQL dinámico innecesario.</a:t>
            </a:r>
          </a:p>
          <a:p>
            <a:pPr>
              <a:defRPr sz="1600"/>
            </a:pPr>
            <a:r>
              <a:t>Restringir permisos de usuarios.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son los Stored Procedures?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Un Stored Procedure es un conjunto de instrucciones SQL almacenadas dentro de la base de datos.</a:t>
            </a:r>
          </a:p>
          <a:p>
            <a:pPr>
              <a:defRPr sz="1600"/>
            </a:pPr>
            <a:r>
              <a:t>Permiten centralizar lógica de negocio.</a:t>
            </a:r>
          </a:p>
          <a:p>
            <a:pPr>
              <a:defRPr sz="1600"/>
            </a:pPr>
            <a:r>
              <a:t>Facilitan mantenimiento y reutilización.</a:t>
            </a:r>
          </a:p>
          <a:p>
            <a:pPr>
              <a:defRPr sz="1600"/>
            </a:pPr>
            <a:r>
              <a:t>Ayudan a mejorar seguridad y rendimiento del sistema.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de Stored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Mayor seguridad mediante parametrización.</a:t>
            </a:r>
          </a:p>
          <a:p>
            <a:pPr>
              <a:defRPr sz="1600"/>
            </a:pPr>
            <a:r>
              <a:t>Reutilización de código SQL.</a:t>
            </a:r>
          </a:p>
          <a:p>
            <a:pPr>
              <a:defRPr sz="1600"/>
            </a:pPr>
            <a:r>
              <a:t>Mejor mantenimiento y organización.</a:t>
            </a:r>
          </a:p>
          <a:p>
            <a:pPr>
              <a:defRPr sz="1600"/>
            </a:pPr>
            <a:r>
              <a:t>Menor tráfico entre aplicación y servidor.</a:t>
            </a:r>
          </a:p>
          <a:p>
            <a:pPr>
              <a:defRPr sz="1600"/>
            </a:pPr>
            <a:r>
              <a:t>Posibilidad de controlar permisos específicos.</a:t>
            </a:r>
          </a:p>
          <a:p>
            <a:pPr>
              <a:defRPr sz="1600"/>
            </a:pPr>
            <a:r>
              <a:t>Mejor administración de transacciones.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Stored Procedure Básico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CREATE PROCEDURE sp_ObtenerProductos</a:t>
            </a:r>
          </a:p>
          <a:p>
            <a:pPr>
              <a:defRPr sz="1600"/>
            </a:pPr>
            <a:r>
              <a:t>AS</a:t>
            </a:r>
          </a:p>
          <a:p>
            <a:pPr>
              <a:defRPr sz="1600"/>
            </a:pPr>
            <a:r>
              <a:t>BEGIN</a:t>
            </a:r>
          </a:p>
          <a:p>
            <a:pPr>
              <a:defRPr sz="1600"/>
            </a:pPr>
            <a:r>
              <a:t>   SELECT *</a:t>
            </a:r>
          </a:p>
          <a:p>
            <a:pPr>
              <a:defRPr sz="1600"/>
            </a:pPr>
            <a:r>
              <a:t>   FROM Productos</a:t>
            </a:r>
          </a:p>
          <a:p>
            <a:pPr>
              <a:defRPr sz="1600"/>
            </a:pPr>
            <a:r>
              <a:t>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Stored Procedure con Parámetros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CREATE PROCEDURE </a:t>
            </a:r>
            <a:r>
              <a:rPr dirty="0" err="1"/>
              <a:t>sp_BuscarProducto</a:t>
            </a:r>
            <a:endParaRPr dirty="0"/>
          </a:p>
          <a:p>
            <a:pPr>
              <a:defRPr sz="1600"/>
            </a:pPr>
            <a:r>
              <a:rPr dirty="0"/>
              <a:t>   @nombre VARCHAR(100)</a:t>
            </a:r>
          </a:p>
          <a:p>
            <a:pPr>
              <a:defRPr sz="1600"/>
            </a:pPr>
            <a:r>
              <a:rPr dirty="0"/>
              <a:t>AS</a:t>
            </a:r>
          </a:p>
          <a:p>
            <a:pPr>
              <a:defRPr sz="1600"/>
            </a:pPr>
            <a:r>
              <a:rPr dirty="0"/>
              <a:t>BEGIN</a:t>
            </a:r>
          </a:p>
          <a:p>
            <a:pPr>
              <a:defRPr sz="1600"/>
            </a:pPr>
            <a:r>
              <a:rPr dirty="0"/>
              <a:t>   SELECT *</a:t>
            </a:r>
          </a:p>
          <a:p>
            <a:pPr>
              <a:defRPr sz="1600"/>
            </a:pPr>
            <a:r>
              <a:rPr dirty="0"/>
              <a:t>   FROM Productos</a:t>
            </a:r>
          </a:p>
          <a:p>
            <a:pPr>
              <a:defRPr sz="1600"/>
            </a:pPr>
            <a:r>
              <a:rPr dirty="0"/>
              <a:t>   WHERE Nombre LIKE '%' + @nombre + '%'</a:t>
            </a:r>
          </a:p>
          <a:p>
            <a:pPr>
              <a:defRPr sz="1600"/>
            </a:pPr>
            <a:r>
              <a:rPr dirty="0"/>
              <a:t>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Manejo de Errores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600"/>
            </a:pPr>
            <a:r>
              <a:t>SQL Server permite manejar excepciones utilizando TRY/CATCH.</a:t>
            </a:r>
          </a:p>
          <a:p>
            <a:pPr>
              <a:defRPr sz="1600"/>
            </a:pPr>
            <a:r>
              <a:t>Esto evita que errores inesperados detengan completamente el sistema.</a:t>
            </a:r>
          </a:p>
          <a:p>
            <a:pPr>
              <a:defRPr sz="1600"/>
            </a:pPr>
            <a:r>
              <a:t>También permite realizar rollback de transacciones.</a:t>
            </a:r>
          </a:p>
          <a:p>
            <a:pPr>
              <a:defRPr sz="1600"/>
            </a:pPr>
            <a:endParaRPr/>
          </a:p>
          <a:p>
            <a:pPr>
              <a:defRPr sz="1600"/>
            </a:pPr>
            <a:r>
              <a:t>BEGIN TRY</a:t>
            </a:r>
          </a:p>
          <a:p>
            <a:pPr>
              <a:defRPr sz="1600"/>
            </a:pPr>
            <a:r>
              <a:t>   -- Código</a:t>
            </a:r>
          </a:p>
          <a:p>
            <a:pPr>
              <a:defRPr sz="1600"/>
            </a:pPr>
            <a:r>
              <a:t>END TRY</a:t>
            </a:r>
          </a:p>
          <a:p>
            <a:pPr>
              <a:defRPr sz="1600"/>
            </a:pPr>
            <a:r>
              <a:t>BEGIN CATCH</a:t>
            </a:r>
          </a:p>
          <a:p>
            <a:pPr>
              <a:defRPr sz="1600"/>
            </a:pPr>
            <a:r>
              <a:t>   PRINT ERROR_MESSAGE()</a:t>
            </a:r>
          </a:p>
          <a:p>
            <a:pPr>
              <a:defRPr sz="1600"/>
            </a:pPr>
            <a:r>
              <a:t>END CATCH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son las Funciones SQL?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Las funciones son objetos SQL que retornan un valor o una tabla.</a:t>
            </a:r>
          </a:p>
          <a:p>
            <a:pPr>
              <a:defRPr sz="1600"/>
            </a:pPr>
            <a:r>
              <a:t>Permiten reutilizar lógica dentro de consultas.</a:t>
            </a:r>
          </a:p>
          <a:p>
            <a:pPr>
              <a:defRPr sz="1600"/>
            </a:pPr>
            <a:r>
              <a:t>Son útiles para cálculos, validaciones y filtros.</a:t>
            </a:r>
          </a:p>
          <a:p>
            <a:pPr>
              <a:defRPr sz="1600"/>
            </a:pPr>
            <a:r>
              <a:t>Pueden utilizarse directamente dentro de SELECT.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 de Funciones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Funciones Escalares: retornan un único valor.</a:t>
            </a:r>
          </a:p>
          <a:p>
            <a:pPr>
              <a:defRPr sz="1600"/>
            </a:pPr>
            <a:r>
              <a:t>Funciones Tabulares: retornan una tabla.</a:t>
            </a:r>
          </a:p>
          <a:p>
            <a:pPr>
              <a:defRPr sz="1600"/>
            </a:pPr>
            <a:r>
              <a:t>Las funciones encapsulan lógica reutilizable.</a:t>
            </a:r>
          </a:p>
          <a:p>
            <a:pPr>
              <a:defRPr sz="1600"/>
            </a:pPr>
            <a:r>
              <a:t>Son ampliamente utilizadas en reportes y cálculos.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Función Escalar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CREATE FUNCTION fn_CalcularIVA</a:t>
            </a:r>
          </a:p>
          <a:p>
            <a:pPr>
              <a:defRPr sz="1600"/>
            </a:pPr>
            <a:r>
              <a:t>(@monto DECIMAL(10,2))</a:t>
            </a:r>
          </a:p>
          <a:p>
            <a:pPr>
              <a:defRPr sz="1600"/>
            </a:pPr>
            <a:r>
              <a:t>RETURNS DECIMAL(10,2)</a:t>
            </a:r>
          </a:p>
          <a:p>
            <a:pPr>
              <a:defRPr sz="1600"/>
            </a:pPr>
            <a:r>
              <a:t>AS</a:t>
            </a:r>
          </a:p>
          <a:p>
            <a:pPr>
              <a:defRPr sz="1600"/>
            </a:pPr>
            <a:r>
              <a:t>BEGIN</a:t>
            </a:r>
          </a:p>
          <a:p>
            <a:pPr>
              <a:defRPr sz="1600"/>
            </a:pPr>
            <a:r>
              <a:t>   RETURN @monto * 0.13</a:t>
            </a:r>
          </a:p>
          <a:p>
            <a:pPr>
              <a:defRPr sz="1600"/>
            </a:pPr>
            <a:r>
              <a:t>END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Función Tabular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CREATE FUNCTION fn_ProductosBajoStock()</a:t>
            </a:r>
          </a:p>
          <a:p>
            <a:pPr>
              <a:defRPr sz="1600"/>
            </a:pPr>
            <a:r>
              <a:t>RETURNS TABLE</a:t>
            </a:r>
          </a:p>
          <a:p>
            <a:pPr>
              <a:defRPr sz="1600"/>
            </a:pPr>
            <a:r>
              <a:t>AS</a:t>
            </a:r>
          </a:p>
          <a:p>
            <a:pPr>
              <a:defRPr sz="1600"/>
            </a:pPr>
            <a:r>
              <a:t>RETURN</a:t>
            </a:r>
          </a:p>
          <a:p>
            <a:pPr>
              <a:defRPr sz="1600"/>
            </a:pPr>
            <a:r>
              <a:t>(</a:t>
            </a:r>
          </a:p>
          <a:p>
            <a:pPr>
              <a:defRPr sz="1600"/>
            </a:pPr>
            <a:r>
              <a:t>   SELECT *</a:t>
            </a:r>
          </a:p>
          <a:p>
            <a:pPr>
              <a:defRPr sz="1600"/>
            </a:pPr>
            <a:r>
              <a:t>   FROM Productos</a:t>
            </a:r>
          </a:p>
          <a:p>
            <a:pPr>
              <a:defRPr sz="1600"/>
            </a:pPr>
            <a:r>
              <a:t>   WHERE Stock &lt; 5</a:t>
            </a:r>
          </a:p>
          <a:p>
            <a:pPr>
              <a:defRPr sz="1600"/>
            </a:pPr>
            <a:r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Laboratorio Práctico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Con base a lo aprendido de </a:t>
            </a:r>
            <a:r>
              <a:rPr dirty="0" err="1"/>
              <a:t>inyecci</a:t>
            </a:r>
            <a:r>
              <a:rPr lang="es-CR" dirty="0" err="1"/>
              <a:t>ó</a:t>
            </a:r>
            <a:r>
              <a:rPr dirty="0"/>
              <a:t>n de SQL, deben de crear un ejemplo de SQL </a:t>
            </a:r>
            <a:r>
              <a:rPr dirty="0" err="1"/>
              <a:t>Injection</a:t>
            </a:r>
            <a:r>
              <a:rPr dirty="0"/>
              <a:t> eliminando los datos de una tabla.</a:t>
            </a:r>
          </a:p>
          <a:p>
            <a:pPr>
              <a:defRPr sz="1600"/>
            </a:pPr>
            <a:r>
              <a:rPr dirty="0"/>
              <a:t>Implementar a la transacción para realizar un pedido, transformarla en un </a:t>
            </a:r>
            <a:r>
              <a:rPr lang="es-CR" dirty="0" err="1"/>
              <a:t>Stored</a:t>
            </a:r>
            <a:r>
              <a:rPr lang="es-CR" dirty="0"/>
              <a:t> </a:t>
            </a:r>
            <a:r>
              <a:rPr lang="es-CR" dirty="0" err="1"/>
              <a:t>Procedure</a:t>
            </a:r>
            <a:r>
              <a:rPr lang="es-CR" dirty="0"/>
              <a:t> utilizando variables de entrada para realizar todos los valores</a:t>
            </a:r>
            <a:r>
              <a:rPr dirty="0"/>
              <a:t>.</a:t>
            </a:r>
          </a:p>
          <a:p>
            <a:pPr>
              <a:defRPr sz="1600"/>
            </a:pPr>
            <a:r>
              <a:rPr dirty="0"/>
              <a:t>Crear una función escalar que permita validar si existe stock del inventario </a:t>
            </a:r>
            <a:r>
              <a:rPr dirty="0" err="1"/>
              <a:t>seg</a:t>
            </a:r>
            <a:r>
              <a:rPr lang="es-CR" dirty="0"/>
              <a:t>ú</a:t>
            </a:r>
            <a:r>
              <a:rPr dirty="0"/>
              <a:t>n el pedido realizado y agregarlo al SP creado para la </a:t>
            </a:r>
            <a:r>
              <a:rPr dirty="0" err="1"/>
              <a:t>tra</a:t>
            </a:r>
            <a:r>
              <a:rPr lang="es-CR" dirty="0" err="1"/>
              <a:t>nsacció</a:t>
            </a:r>
            <a:r>
              <a:rPr dirty="0"/>
              <a:t>n del pedido.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SQL Injection representa una amenaza crítica para las bases de datos.</a:t>
            </a:r>
          </a:p>
          <a:p>
            <a:pPr>
              <a:defRPr sz="1600"/>
            </a:pPr>
            <a:r>
              <a:t>Las consultas parametrizadas ayudan a prevenir ataques.</a:t>
            </a:r>
          </a:p>
          <a:p>
            <a:pPr>
              <a:defRPr sz="1600"/>
            </a:pPr>
            <a:r>
              <a:t>Los Stored Procedures mejoran seguridad y mantenimiento.</a:t>
            </a:r>
          </a:p>
          <a:p>
            <a:pPr>
              <a:defRPr sz="1600"/>
            </a:pPr>
            <a:r>
              <a:t>Las funciones facilitan reutilización lógica.</a:t>
            </a:r>
          </a:p>
          <a:p>
            <a:pPr>
              <a:defRPr sz="1600"/>
            </a:pPr>
            <a:r>
              <a:t>Las buenas prácticas son fundamentales en sistemas empresariales.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420_TF45331398_Win32" id="{C0135C28-68A3-40E4-BC16-4AD80F3EE0C9}" vid="{17F0BC35-05E6-4450-B170-6A0CA2A0F36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Presentación universal</Template>
  <TotalTime>1839</TotalTime>
  <Words>829</Words>
  <Application>Microsoft Office PowerPoint</Application>
  <PresentationFormat>Panorámica</PresentationFormat>
  <Paragraphs>129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Tenorite</vt:lpstr>
      <vt:lpstr>Personalizar</vt:lpstr>
      <vt:lpstr>IF-5100 Administración de bases de datos</vt:lpstr>
      <vt:lpstr>Objetivos de la Clase</vt:lpstr>
      <vt:lpstr>¿Qué es SQL Injection?</vt:lpstr>
      <vt:lpstr>¿Cómo ocurre SQL Injection?</vt:lpstr>
      <vt:lpstr>Ejemplo Vulnerable</vt:lpstr>
      <vt:lpstr>Resultado del Ataque</vt:lpstr>
      <vt:lpstr>Riesgos de SQL Injection</vt:lpstr>
      <vt:lpstr>Prevención de SQL Injection</vt:lpstr>
      <vt:lpstr>¿Qué son los Stored Procedures?</vt:lpstr>
      <vt:lpstr>Ventajas de Stored Procedures</vt:lpstr>
      <vt:lpstr>Stored Procedure Básico</vt:lpstr>
      <vt:lpstr>Stored Procedure con Parámetros</vt:lpstr>
      <vt:lpstr>Manejo de Errores</vt:lpstr>
      <vt:lpstr>¿Qué son las Funciones SQL?</vt:lpstr>
      <vt:lpstr>Tipos de Funciones</vt:lpstr>
      <vt:lpstr>Función Escalar</vt:lpstr>
      <vt:lpstr>Función Tabular</vt:lpstr>
      <vt:lpstr>Laboratorio Práctico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QUESADA CASTILLO RANDALL JOSUE</dc:creator>
  <cp:lastModifiedBy>QUESADA CASTILLO RANDALL JOSUE</cp:lastModifiedBy>
  <cp:revision>6</cp:revision>
  <dcterms:created xsi:type="dcterms:W3CDTF">2026-03-09T18:31:26Z</dcterms:created>
  <dcterms:modified xsi:type="dcterms:W3CDTF">2026-05-21T00:09:12Z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